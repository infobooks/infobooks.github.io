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4" r:id="rId2"/>
    <p:sldId id="275" r:id="rId3"/>
  </p:sldIdLst>
  <p:sldSz cx="9144000" cy="6858000" type="screen4x3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D82904-128F-48F4-8A9C-4F97854CB640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A4D8FB-C74B-44AF-8FE7-E97C8FEBABCC}" type="slidenum">
              <a:rPr lang="uk-UA" smtClean="0"/>
              <a:pPr/>
              <a:t>‹№›</a:t>
            </a:fld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679CF4-A98E-4903-B2A8-F4E499767EE0}" type="slidenum">
              <a:rPr lang="uk-UA" smtClean="0"/>
              <a:pPr/>
              <a:t>1</a:t>
            </a:fld>
            <a:endParaRPr lang="uk-U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679CF4-A98E-4903-B2A8-F4E499767EE0}" type="slidenum">
              <a:rPr lang="uk-UA" smtClean="0"/>
              <a:pPr/>
              <a:t>2</a:t>
            </a:fld>
            <a:endParaRPr lang="uk-U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Зразок підзаголовка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6C35E-69B6-4534-9D11-85E4D0853B70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55186-2CE7-423E-8933-CD6FE1732E3B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6C35E-69B6-4534-9D11-85E4D0853B70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55186-2CE7-423E-8933-CD6FE1732E3B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6C35E-69B6-4534-9D11-85E4D0853B70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55186-2CE7-423E-8933-CD6FE1732E3B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'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6C35E-69B6-4534-9D11-85E4D0853B70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55186-2CE7-423E-8933-CD6FE1732E3B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6" name="Місце для вмісту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6C35E-69B6-4534-9D11-85E4D0853B70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8" name="Місце для нижнього колонтитула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55186-2CE7-423E-8933-CD6FE1732E3B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6C35E-69B6-4534-9D11-85E4D0853B70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55186-2CE7-423E-8933-CD6FE1732E3B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6C35E-69B6-4534-9D11-85E4D0853B70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55186-2CE7-423E-8933-CD6FE1732E3B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6C35E-69B6-4534-9D11-85E4D0853B70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55186-2CE7-423E-8933-CD6FE1732E3B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зображення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6C35E-69B6-4534-9D11-85E4D0853B70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55186-2CE7-423E-8933-CD6FE1732E3B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6C35E-69B6-4534-9D11-85E4D0853B70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55186-2CE7-423E-8933-CD6FE1732E3B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6C35E-69B6-4534-9D11-85E4D0853B70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55186-2CE7-423E-8933-CD6FE1732E3B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96C35E-69B6-4534-9D11-85E4D0853B70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955186-2CE7-423E-8933-CD6FE1732E3B}" type="slidenum">
              <a:rPr lang="uk-UA" smtClean="0"/>
              <a:pPr/>
              <a:t>‹№›</a:t>
            </a:fld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Заборонні знаки</a:t>
            </a:r>
          </a:p>
        </p:txBody>
      </p:sp>
      <p:grpSp>
        <p:nvGrpSpPr>
          <p:cNvPr id="3" name="Групувати 11"/>
          <p:cNvGrpSpPr/>
          <p:nvPr/>
        </p:nvGrpSpPr>
        <p:grpSpPr>
          <a:xfrm>
            <a:off x="1403648" y="2060848"/>
            <a:ext cx="2376264" cy="2376264"/>
            <a:chOff x="1403648" y="2060848"/>
            <a:chExt cx="2376264" cy="2376264"/>
          </a:xfrm>
        </p:grpSpPr>
        <p:sp>
          <p:nvSpPr>
            <p:cNvPr id="11" name="Стрілка кутом 10"/>
            <p:cNvSpPr/>
            <p:nvPr/>
          </p:nvSpPr>
          <p:spPr>
            <a:xfrm>
              <a:off x="2051720" y="2420888"/>
              <a:ext cx="1224136" cy="1584176"/>
            </a:xfrm>
            <a:prstGeom prst="ben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>
                <a:solidFill>
                  <a:schemeClr val="tx1"/>
                </a:solidFill>
              </a:endParaRPr>
            </a:p>
          </p:txBody>
        </p:sp>
        <p:sp>
          <p:nvSpPr>
            <p:cNvPr id="7" name="Овал 6"/>
            <p:cNvSpPr/>
            <p:nvPr/>
          </p:nvSpPr>
          <p:spPr>
            <a:xfrm>
              <a:off x="1403648" y="2060848"/>
              <a:ext cx="2376264" cy="2376264"/>
            </a:xfrm>
            <a:prstGeom prst="ellipse">
              <a:avLst/>
            </a:prstGeom>
            <a:noFill/>
            <a:ln w="2540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cxnSp>
          <p:nvCxnSpPr>
            <p:cNvPr id="9" name="Пряма сполучна лінія 8"/>
            <p:cNvCxnSpPr>
              <a:stCxn id="7" idx="1"/>
              <a:endCxn id="7" idx="5"/>
            </p:cNvCxnSpPr>
            <p:nvPr/>
          </p:nvCxnSpPr>
          <p:spPr>
            <a:xfrm>
              <a:off x="1751644" y="2408844"/>
              <a:ext cx="1680272" cy="1680272"/>
            </a:xfrm>
            <a:prstGeom prst="line">
              <a:avLst/>
            </a:prstGeom>
            <a:ln w="2540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Групувати 18"/>
          <p:cNvGrpSpPr/>
          <p:nvPr/>
        </p:nvGrpSpPr>
        <p:grpSpPr>
          <a:xfrm>
            <a:off x="5148064" y="2060848"/>
            <a:ext cx="2376264" cy="2376264"/>
            <a:chOff x="5148064" y="2060848"/>
            <a:chExt cx="2376264" cy="2376264"/>
          </a:xfrm>
        </p:grpSpPr>
        <p:sp>
          <p:nvSpPr>
            <p:cNvPr id="15" name="Овал 14"/>
            <p:cNvSpPr/>
            <p:nvPr/>
          </p:nvSpPr>
          <p:spPr>
            <a:xfrm>
              <a:off x="5148064" y="2060848"/>
              <a:ext cx="2376264" cy="2376264"/>
            </a:xfrm>
            <a:prstGeom prst="ellipse">
              <a:avLst/>
            </a:prstGeom>
            <a:noFill/>
            <a:ln w="2540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469641" y="2702533"/>
              <a:ext cx="1733110" cy="10928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6136" y="3573016"/>
            <a:ext cx="1499322" cy="534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Мої знаки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755576" y="4797152"/>
            <a:ext cx="3672408" cy="828092"/>
          </a:xfrm>
        </p:spPr>
        <p:txBody>
          <a:bodyPr anchor="ctr">
            <a:normAutofit/>
          </a:bodyPr>
          <a:lstStyle/>
          <a:p>
            <a:pPr algn="ctr"/>
            <a:r>
              <a:rPr lang="uk-UA" sz="2000" dirty="0"/>
              <a:t>Не їздити після 22:00. </a:t>
            </a:r>
          </a:p>
          <a:p>
            <a:pPr algn="ctr"/>
            <a:r>
              <a:rPr lang="uk-UA" sz="2000" dirty="0"/>
              <a:t>Тиха година!!!</a:t>
            </a:r>
          </a:p>
        </p:txBody>
      </p:sp>
      <p:sp>
        <p:nvSpPr>
          <p:cNvPr id="7" name="Овал 6"/>
          <p:cNvSpPr/>
          <p:nvPr/>
        </p:nvSpPr>
        <p:spPr>
          <a:xfrm>
            <a:off x="1403648" y="2060848"/>
            <a:ext cx="2376264" cy="2376264"/>
          </a:xfrm>
          <a:prstGeom prst="ellipse">
            <a:avLst/>
          </a:prstGeom>
          <a:noFill/>
          <a:ln w="254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8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4788024" y="4869160"/>
            <a:ext cx="3456384" cy="792088"/>
          </a:xfrm>
        </p:spPr>
        <p:txBody>
          <a:bodyPr anchor="ctr">
            <a:normAutofit/>
          </a:bodyPr>
          <a:lstStyle/>
          <a:p>
            <a:pPr algn="ctr"/>
            <a:r>
              <a:rPr lang="uk-UA" sz="2000" dirty="0"/>
              <a:t>Дорога закінчується!</a:t>
            </a:r>
          </a:p>
          <a:p>
            <a:pPr algn="ctr"/>
            <a:r>
              <a:rPr lang="uk-UA" sz="2000" dirty="0"/>
              <a:t>Далі - поле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35696" y="3140968"/>
            <a:ext cx="143827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1835696" y="2564904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600" b="1" dirty="0"/>
              <a:t>22:00</a:t>
            </a:r>
          </a:p>
        </p:txBody>
      </p:sp>
      <p:sp>
        <p:nvSpPr>
          <p:cNvPr id="14" name="Блок-схема: витягування 13"/>
          <p:cNvSpPr/>
          <p:nvPr/>
        </p:nvSpPr>
        <p:spPr>
          <a:xfrm>
            <a:off x="5292080" y="1988840"/>
            <a:ext cx="2520280" cy="2304256"/>
          </a:xfrm>
          <a:prstGeom prst="flowChartExtract">
            <a:avLst/>
          </a:prstGeom>
          <a:noFill/>
          <a:ln w="254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21</Words>
  <Application>Microsoft Office PowerPoint</Application>
  <PresentationFormat>Екран (4:3)</PresentationFormat>
  <Paragraphs>9</Paragraphs>
  <Slides>2</Slides>
  <Notes>2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</vt:i4>
      </vt:variant>
    </vt:vector>
  </HeadingPairs>
  <TitlesOfParts>
    <vt:vector size="5" baseType="lpstr">
      <vt:lpstr>Arial</vt:lpstr>
      <vt:lpstr>Calibri</vt:lpstr>
      <vt:lpstr>Тема Office</vt:lpstr>
      <vt:lpstr>Заборонні знаки</vt:lpstr>
      <vt:lpstr>Мої знаки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Власні знаки</dc:title>
  <dc:creator>stepler</dc:creator>
  <cp:lastModifiedBy>Teacher</cp:lastModifiedBy>
  <cp:revision>5</cp:revision>
  <dcterms:created xsi:type="dcterms:W3CDTF">2022-09-19T14:21:44Z</dcterms:created>
  <dcterms:modified xsi:type="dcterms:W3CDTF">2026-07-29T11:08:59Z</dcterms:modified>
</cp:coreProperties>
</file>