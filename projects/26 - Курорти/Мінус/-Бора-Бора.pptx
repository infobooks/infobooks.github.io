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crgbClr r="0" g="0" b="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7993" autoAdjust="0"/>
  </p:normalViewPr>
  <p:slideViewPr>
    <p:cSldViewPr>
      <p:cViewPr varScale="1">
        <p:scale>
          <a:sx n="72" d="100"/>
          <a:sy n="72" d="100"/>
        </p:scale>
        <p:origin x="1075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F97678DB-3F8D-4CD0-BA77-3656CB4B8304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55A5A28D-BDB6-46FF-A1EF-D3D59E3A726F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217400" cy="6858000"/>
            <a:chOff x="0" y="0"/>
            <a:chExt cx="916305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2" y="4572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1292" y="0"/>
              <a:ext cx="9144000" cy="6858000"/>
            </a:xfrm>
            <a:prstGeom prst="rect">
              <a:avLst/>
            </a:prstGeom>
            <a:solidFill>
              <a:schemeClr val="accent2">
                <a:shade val="75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0"/>
              <a:ext cx="9144000" cy="2286000"/>
            </a:xfrm>
            <a:prstGeom prst="rect">
              <a:avLst/>
            </a:prstGeom>
            <a:gradFill flip="none" rotWithShape="1">
              <a:gsLst>
                <a:gs pos="33000">
                  <a:schemeClr val="accent3">
                    <a:alpha val="49000"/>
                  </a:schemeClr>
                </a:gs>
                <a:gs pos="100000">
                  <a:schemeClr val="bg1">
                    <a:alpha val="4300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92" y="1981200"/>
              <a:ext cx="9144000" cy="609600"/>
            </a:xfrm>
            <a:prstGeom prst="rect">
              <a:avLst/>
            </a:prstGeom>
            <a:solidFill>
              <a:schemeClr val="tx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66" y="2590800"/>
              <a:ext cx="9144000" cy="4572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" y="0"/>
              <a:ext cx="9144000" cy="1981200"/>
            </a:xfrm>
            <a:prstGeom prst="rect">
              <a:avLst/>
            </a:prstGeom>
            <a:gradFill flip="none" rotWithShape="1">
              <a:gsLst>
                <a:gs pos="33000">
                  <a:schemeClr val="accent3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52625"/>
            <a:ext cx="10363200" cy="666750"/>
          </a:xfrm>
        </p:spPr>
        <p:txBody>
          <a:bodyPr/>
          <a:lstStyle>
            <a:lvl1pPr algn="ctr">
              <a:defRPr sz="360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667000"/>
            <a:ext cx="10363200" cy="3810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Pr>
        <a:solidFill>
          <a:schemeClr val="accent6">
            <a:shade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228600"/>
            <a:ext cx="12192000" cy="6400800"/>
            <a:chOff x="0" y="228600"/>
            <a:chExt cx="9144000" cy="64008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3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228600"/>
              <a:ext cx="9144000" cy="6199632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3505201"/>
            <a:ext cx="10363200" cy="1362075"/>
          </a:xfrm>
        </p:spPr>
        <p:txBody>
          <a:bodyPr anchor="b" anchorCtr="0"/>
          <a:lstStyle>
            <a:lvl1pPr algn="l">
              <a:defRPr sz="3600" b="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4876802"/>
            <a:ext cx="10363200" cy="1042987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accent6">
                    <a:shade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3" name="Rectangle 1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1371601"/>
              <a:ext cx="9144000" cy="5057775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7013"/>
            <a:ext cx="10972800" cy="1143000"/>
          </a:xfrm>
          <a:prstGeom prst="rect">
            <a:avLst/>
          </a:prstGeom>
        </p:spPr>
        <p:txBody>
          <a:bodyPr vert="horz" rtlCol="0" anchor="b" anchorCtr="0">
            <a:normAutofit/>
          </a:bodyPr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14476"/>
            <a:ext cx="10972800" cy="4611688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92637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7/29/2026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92637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92637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sz="3600" kern="1200" cap="all" baseline="0">
          <a:solidFill>
            <a:schemeClr val="bg1"/>
          </a:solidFill>
          <a:effectLst>
            <a:outerShdw blurRad="254000" algn="tl" rotWithShape="0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uk-UA" sz="4000" cap="none" dirty="0"/>
              <a:t>Бора-Бора</a:t>
            </a:r>
            <a:endParaRPr lang="uk-UA" sz="4000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sz="2400" noProof="0" dirty="0"/>
              <a:t>(острів у Французькій Полінезії)</a:t>
            </a:r>
          </a:p>
        </p:txBody>
      </p:sp>
      <p:pic>
        <p:nvPicPr>
          <p:cNvPr id="6" name="Рисунок 5" descr="600px-Bora_Bora_ISS006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017" y="3284984"/>
            <a:ext cx="4071966" cy="32575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dirty="0"/>
              <a:t>Загальні відомості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280966" y="2675512"/>
            <a:ext cx="5486400" cy="243115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Розташований серед Тихого океану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на відстані 4000 км від Нової Зеландії.</a:t>
            </a:r>
          </a:p>
          <a:p>
            <a:pPr algn="just">
              <a:lnSpc>
                <a:spcPct val="150000"/>
              </a:lnSpc>
              <a:buNone/>
            </a:pPr>
            <a:endParaRPr lang="uk-UA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>
              <a:lnSpc>
                <a:spcPct val="150000"/>
              </a:lnSpc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Розмір – 9 х 5 км.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68008" y="1700808"/>
            <a:ext cx="5214974" cy="4380561"/>
          </a:xfrm>
          <a:prstGeom prst="flowChartAlternateProcess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Пряма зі стрілкою 5"/>
          <p:cNvCxnSpPr/>
          <p:nvPr/>
        </p:nvCxnSpPr>
        <p:spPr>
          <a:xfrm flipV="1">
            <a:off x="6953256" y="5000636"/>
            <a:ext cx="1285884" cy="9286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uk-UA" cap="none" dirty="0"/>
              <a:t>Геологія</a:t>
            </a:r>
            <a:endParaRPr lang="uk-UA" cap="none" noProof="0" dirty="0"/>
          </a:p>
        </p:txBody>
      </p:sp>
      <p:pic>
        <p:nvPicPr>
          <p:cNvPr id="7" name="Рисунок 6" descr="640px-Atoll_(ru).png"/>
          <p:cNvPicPr>
            <a:picLocks noChangeAspect="1"/>
          </p:cNvPicPr>
          <p:nvPr/>
        </p:nvPicPr>
        <p:blipFill>
          <a:blip r:embed="rId3"/>
          <a:srcRect t="18750" b="14062"/>
          <a:stretch>
            <a:fillRect/>
          </a:stretch>
        </p:blipFill>
        <p:spPr>
          <a:xfrm>
            <a:off x="3048000" y="2928934"/>
            <a:ext cx="6096000" cy="30718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Місце для вмісту 7"/>
          <p:cNvSpPr>
            <a:spLocks noGrp="1"/>
          </p:cNvSpPr>
          <p:nvPr>
            <p:ph idx="1"/>
          </p:nvPr>
        </p:nvSpPr>
        <p:spPr>
          <a:xfrm>
            <a:off x="2609840" y="1500174"/>
            <a:ext cx="6972320" cy="85725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Острів є центральною горою, оточеною дрібними острівками (моту).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cap="none" noProof="0" dirty="0"/>
              <a:t>Клімат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952596" y="1643050"/>
            <a:ext cx="8229600" cy="98583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Увесь рік температура води і суші +27 градусів.</a:t>
            </a:r>
          </a:p>
          <a:p>
            <a:pPr algn="ctr"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Зимою – вологий сезон. Під час нього красиво світиться вода.</a:t>
            </a:r>
          </a:p>
        </p:txBody>
      </p:sp>
      <p:pic>
        <p:nvPicPr>
          <p:cNvPr id="17410" name="Picture 2" descr="Результат пошуку зображень за запитом &quot;светящаяся лагуна Бора-Бора&quot;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219450" y="3000373"/>
            <a:ext cx="5753100" cy="3238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dirty="0"/>
              <a:t>Природні “символи”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2238348" y="2357430"/>
            <a:ext cx="3686172" cy="62864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Морський диявол</a:t>
            </a:r>
            <a:endParaRPr lang="uk-UA" sz="2400" dirty="0"/>
          </a:p>
        </p:txBody>
      </p:sp>
      <p:pic>
        <p:nvPicPr>
          <p:cNvPr id="15362" name="Picture 2" descr="манта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81158" y="3214686"/>
            <a:ext cx="4313238" cy="2143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364" name="Picture 4" descr="https://img.tourister.ru/files/2/1/1/4/0/5/8/4/clones/350_233_fixedwidth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1818" y="3214686"/>
            <a:ext cx="3333750" cy="2219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2"/>
          <p:cNvSpPr txBox="1">
            <a:spLocks/>
          </p:cNvSpPr>
          <p:nvPr/>
        </p:nvSpPr>
        <p:spPr>
          <a:xfrm>
            <a:off x="6667504" y="2357430"/>
            <a:ext cx="3686172" cy="6286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rtlCol="0">
            <a:norm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uk-UA" sz="2400" dirty="0">
                <a:solidFill>
                  <a:schemeClr val="accent6">
                    <a:shade val="10000"/>
                  </a:schemeClr>
                </a:solidFill>
                <a:latin typeface="+mj-lt"/>
              </a:rPr>
              <a:t>Квітка Тіаре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cap="none" dirty="0"/>
              <a:t>Історія</a:t>
            </a:r>
            <a:endParaRPr lang="uk-UA" cap="none" noProof="0" dirty="0"/>
          </a:p>
        </p:txBody>
      </p:sp>
      <p:graphicFrame>
        <p:nvGraphicFramePr>
          <p:cNvPr id="6" name="Таблиця 5"/>
          <p:cNvGraphicFramePr>
            <a:graphicFrameLocks noGrp="1"/>
          </p:cNvGraphicFramePr>
          <p:nvPr/>
        </p:nvGraphicFramePr>
        <p:xfrm>
          <a:off x="1738282" y="2357430"/>
          <a:ext cx="5812678" cy="266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4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890">
                <a:tc>
                  <a:txBody>
                    <a:bodyPr/>
                    <a:lstStyle/>
                    <a:p>
                      <a:pPr algn="ctr"/>
                      <a:r>
                        <a:rPr lang="uk-UA" sz="2000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000" dirty="0"/>
                        <a:t>Подія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 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Перші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поселення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1786 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Французький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мореплавець оголосив острів володінням Франції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поч. ХІХ ст.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Створено Королівство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Бора-Бора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1888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рік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Захоплення</a:t>
                      </a:r>
                      <a:r>
                        <a:rPr lang="uk-UA" sz="20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Францією</a:t>
                      </a:r>
                      <a:endParaRPr lang="uk-UA" sz="2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314" name="Picture 2" descr="Териимаеваруа II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81951" y="1857364"/>
            <a:ext cx="2318037" cy="33766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7897960" y="5357827"/>
            <a:ext cx="2286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Остання королева Бора-Бора (1895 р.)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noProof="0" dirty="0"/>
              <a:t>Місцевий одяг </a:t>
            </a: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981200" y="1514476"/>
            <a:ext cx="8229600" cy="62864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uk-UA" sz="2400" b="1" dirty="0"/>
              <a:t>Парео</a:t>
            </a:r>
            <a:r>
              <a:rPr lang="uk-UA" sz="2400" dirty="0"/>
              <a:t> – </a:t>
            </a:r>
            <a:r>
              <a:rPr lang="uk-UA" sz="2400" dirty="0" err="1"/>
              <a:t>напівплаття</a:t>
            </a:r>
            <a:r>
              <a:rPr lang="uk-UA" sz="2400" dirty="0"/>
              <a:t>, </a:t>
            </a:r>
            <a:r>
              <a:rPr lang="uk-UA" sz="2400" dirty="0" err="1"/>
              <a:t>напівспідниця</a:t>
            </a:r>
            <a:r>
              <a:rPr lang="uk-UA" sz="2400" dirty="0"/>
              <a:t>.</a:t>
            </a:r>
          </a:p>
        </p:txBody>
      </p:sp>
      <p:pic>
        <p:nvPicPr>
          <p:cNvPr id="10242" name="Picture 2" descr="Результат пошуку зображень за запитом &quot;Таити парео&quot;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983432" y="2500306"/>
            <a:ext cx="5481445" cy="3657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44" name="Picture 4" descr="Результат пошуку зображень за запитом &quot;таити парео&quot;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68208" y="2500306"/>
            <a:ext cx="2867025" cy="35147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noProof="0" dirty="0"/>
              <a:t>Подорожі</a:t>
            </a:r>
          </a:p>
        </p:txBody>
      </p:sp>
      <p:pic>
        <p:nvPicPr>
          <p:cNvPr id="8194" name="Picture 2" descr="Результат пошуку зображень за запитом &quot;Бора-Бора руины военно-морской базы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448" y="2824094"/>
            <a:ext cx="3924295" cy="29432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2" descr="https://st.gid.turtella.ru/img/25/ac2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84053" y="2924944"/>
            <a:ext cx="4593454" cy="3057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Місце для вмісту 3"/>
          <p:cNvSpPr txBox="1">
            <a:spLocks/>
          </p:cNvSpPr>
          <p:nvPr/>
        </p:nvSpPr>
        <p:spPr>
          <a:xfrm>
            <a:off x="1317947" y="1857364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indent="-342900" algn="ctr"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Єдина дорога острова (окружна)</a:t>
            </a:r>
          </a:p>
        </p:txBody>
      </p:sp>
      <p:sp>
        <p:nvSpPr>
          <p:cNvPr id="8" name="Місце для вмісту 3"/>
          <p:cNvSpPr txBox="1">
            <a:spLocks/>
          </p:cNvSpPr>
          <p:nvPr/>
        </p:nvSpPr>
        <p:spPr>
          <a:xfrm>
            <a:off x="6603914" y="1916834"/>
            <a:ext cx="4153731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/>
          </a:bodyPr>
          <a:lstStyle/>
          <a:p>
            <a:pPr indent="-342900" algn="ctr"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Пішохідна прогулянка на гору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cap="none" noProof="0" dirty="0"/>
              <a:t>Туризм</a:t>
            </a:r>
          </a:p>
        </p:txBody>
      </p:sp>
      <p:pic>
        <p:nvPicPr>
          <p:cNvPr id="6148" name="Picture 4" descr="Результат пошуку зображень за запитом &quot;Тупитупити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7448" y="2928698"/>
            <a:ext cx="4190399" cy="314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Місце для вмісту 3"/>
          <p:cNvSpPr txBox="1">
            <a:spLocks/>
          </p:cNvSpPr>
          <p:nvPr/>
        </p:nvSpPr>
        <p:spPr>
          <a:xfrm>
            <a:off x="1450999" y="1807442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indent="-342900" algn="ctr">
              <a:spcBef>
                <a:spcPct val="20000"/>
              </a:spcBef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“Кораловий сад” – підводний парк</a:t>
            </a:r>
          </a:p>
        </p:txBody>
      </p:sp>
      <p:sp>
        <p:nvSpPr>
          <p:cNvPr id="11" name="Місце для вмісту 3"/>
          <p:cNvSpPr>
            <a:spLocks noGrp="1"/>
          </p:cNvSpPr>
          <p:nvPr>
            <p:ph idx="1"/>
          </p:nvPr>
        </p:nvSpPr>
        <p:spPr>
          <a:xfrm>
            <a:off x="7163922" y="1807442"/>
            <a:ext cx="3543296" cy="78581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algn="ctr">
              <a:buNone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Руїни американської морської бази</a:t>
            </a:r>
          </a:p>
        </p:txBody>
      </p:sp>
      <p:pic>
        <p:nvPicPr>
          <p:cNvPr id="12" name="Picture 4" descr="https://lh5.googleusercontent.com/p/AF1QipPJbZLY-1W85mFFOeN5Lb4A-dVOsj4qFILx-k0Z=w408-h306-k-n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73523" y="2939293"/>
            <a:ext cx="4191029" cy="3143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cap="none" noProof="0" dirty="0"/>
              <a:t>Пам’ятки</a:t>
            </a:r>
          </a:p>
        </p:txBody>
      </p:sp>
      <p:sp>
        <p:nvSpPr>
          <p:cNvPr id="8" name="Місце для вмісту 3"/>
          <p:cNvSpPr txBox="1">
            <a:spLocks/>
          </p:cNvSpPr>
          <p:nvPr/>
        </p:nvSpPr>
        <p:spPr>
          <a:xfrm>
            <a:off x="6381752" y="1678769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indent="-342900" algn="ctr">
              <a:spcBef>
                <a:spcPct val="20000"/>
              </a:spcBef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Село, де проживали місцеві вожді</a:t>
            </a:r>
          </a:p>
        </p:txBody>
      </p:sp>
      <p:pic>
        <p:nvPicPr>
          <p:cNvPr id="4104" name="Picture 8" descr="https://lh5.googleusercontent.com/p/AF1QipNdlFu0w_zZDTYSFwNXlenQe6Kkli4uohL0J2TK=w426-h240-k-n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76312" y="2857496"/>
            <a:ext cx="4691689" cy="26432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8" descr="Пов’язане зображення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524001" y="2857496"/>
            <a:ext cx="4290151" cy="2857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Місце для вмісту 3"/>
          <p:cNvSpPr txBox="1">
            <a:spLocks/>
          </p:cNvSpPr>
          <p:nvPr/>
        </p:nvSpPr>
        <p:spPr>
          <a:xfrm>
            <a:off x="1897427" y="1678769"/>
            <a:ext cx="3543296" cy="78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rtlCol="0">
            <a:normAutofit lnSpcReduction="10000"/>
          </a:bodyPr>
          <a:lstStyle/>
          <a:p>
            <a:pPr indent="-342900" algn="ctr">
              <a:spcBef>
                <a:spcPct val="20000"/>
              </a:spcBef>
              <a:defRPr/>
            </a:pPr>
            <a:r>
              <a:rPr lang="uk-UA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Марае – кам’яні плити для священних статуй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b="1" dirty="0">
                <a:sym typeface="Wingdings"/>
              </a:rPr>
              <a:t></a:t>
            </a:r>
            <a:r>
              <a:rPr lang="uk-UA" b="1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/>
              </a:rPr>
              <a:t> </a:t>
            </a:r>
            <a:r>
              <a:rPr lang="uk-UA" cap="none" noProof="0" dirty="0"/>
              <a:t>Переліт Київ – Бора-Бора</a:t>
            </a:r>
            <a:r>
              <a:rPr lang="uk-UA" b="1" dirty="0">
                <a:sym typeface="Wingdings"/>
              </a:rPr>
              <a:t> </a:t>
            </a:r>
            <a:endParaRPr lang="uk-UA" cap="none" noProof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23060" t="25391" r="24231" b="20898"/>
          <a:stretch>
            <a:fillRect/>
          </a:stretch>
        </p:blipFill>
        <p:spPr bwMode="auto">
          <a:xfrm>
            <a:off x="2666976" y="1643050"/>
            <a:ext cx="6858048" cy="39290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4452926" y="5786455"/>
            <a:ext cx="3286148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18 000 км  /  48 год</a:t>
            </a:r>
          </a:p>
        </p:txBody>
      </p:sp>
      <p:sp>
        <p:nvSpPr>
          <p:cNvPr id="8" name="Блок-схема: вузол 7"/>
          <p:cNvSpPr/>
          <p:nvPr/>
        </p:nvSpPr>
        <p:spPr>
          <a:xfrm>
            <a:off x="9310710" y="2428868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9" name="Блок-схема: вузол 8"/>
          <p:cNvSpPr/>
          <p:nvPr/>
        </p:nvSpPr>
        <p:spPr>
          <a:xfrm>
            <a:off x="2952728" y="4929198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0" name="Блок-схема: вузол 9"/>
          <p:cNvSpPr/>
          <p:nvPr/>
        </p:nvSpPr>
        <p:spPr>
          <a:xfrm>
            <a:off x="4095736" y="3071810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1" name="Блок-схема: вузол 10"/>
          <p:cNvSpPr/>
          <p:nvPr/>
        </p:nvSpPr>
        <p:spPr>
          <a:xfrm>
            <a:off x="8310578" y="2500306"/>
            <a:ext cx="142876" cy="142876"/>
          </a:xfrm>
          <a:prstGeom prst="flowChartConnector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пис курорту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E47E7E"/>
      </a:hlink>
      <a:folHlink>
        <a:srgbClr val="C84447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solidFill>
          <a:schemeClr val="accent3"/>
        </a:solidFill>
        <a:ln w="25400" cap="rnd" cmpd="sng" algn="ctr">
          <a:noFill/>
          <a:prstDash val="solid"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Опис курорту</Template>
  <TotalTime>2</TotalTime>
  <Words>173</Words>
  <Application>Microsoft Office PowerPoint</Application>
  <PresentationFormat>Широкий екран</PresentationFormat>
  <Paragraphs>51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Wingdings</vt:lpstr>
      <vt:lpstr>Опис курорту</vt:lpstr>
      <vt:lpstr>Бора-Бора</vt:lpstr>
      <vt:lpstr>Загальні відомості</vt:lpstr>
      <vt:lpstr>Геологія</vt:lpstr>
      <vt:lpstr>Клімат</vt:lpstr>
      <vt:lpstr>Природні “символи”</vt:lpstr>
      <vt:lpstr>Історія</vt:lpstr>
      <vt:lpstr>Місцевий одяг </vt:lpstr>
      <vt:lpstr>Подорожі</vt:lpstr>
      <vt:lpstr>Туризм</vt:lpstr>
      <vt:lpstr>Пам’ятки</vt:lpstr>
      <vt:lpstr> Переліт Київ – Бора-Бора 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Teacher</cp:lastModifiedBy>
  <cp:revision>5</cp:revision>
  <dcterms:created xsi:type="dcterms:W3CDTF">2018-03-11T07:39:46Z</dcterms:created>
  <dcterms:modified xsi:type="dcterms:W3CDTF">2026-07-29T11:59:21Z</dcterms:modified>
  <cp:version/>
</cp:coreProperties>
</file>