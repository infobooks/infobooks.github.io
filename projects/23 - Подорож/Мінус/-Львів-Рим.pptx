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58" r:id="rId5"/>
    <p:sldId id="265" r:id="rId6"/>
    <p:sldId id="259" r:id="rId7"/>
    <p:sldId id="267" r:id="rId8"/>
    <p:sldId id="260" r:id="rId9"/>
    <p:sldId id="266" r:id="rId10"/>
    <p:sldId id="262" r:id="rId11"/>
    <p:sldId id="270" r:id="rId12"/>
    <p:sldId id="268" r:id="rId13"/>
  </p:sldIdLst>
  <p:sldSz cx="9144000" cy="6858000" type="screen4x3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кут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кутник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кут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кутник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кутник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ідзаголовок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uk-UA"/>
              <a:t>Зразок підзаголовка</a:t>
            </a:r>
            <a:endParaRPr kumimoji="0" lang="en-US"/>
          </a:p>
        </p:txBody>
      </p:sp>
      <p:sp>
        <p:nvSpPr>
          <p:cNvPr id="28" name="Місце для дати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34D1-F96C-4498-8C1E-3FCD7E688819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17" name="Місце для нижнього колонтитула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Пряма сполучна лінія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кутник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Овал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Місце для номера слайда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BA8FC1F-52CF-4D05-AB2D-64721FA37EBF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34D1-F96C-4498-8C1E-3FCD7E688819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7BA8FC1F-52CF-4D05-AB2D-64721FA37EBF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8" name="Місце для вмісту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озділу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кут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кут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кутник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кутник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кутник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кутник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13" name="Прямокутник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Прямокутник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34D1-F96C-4498-8C1E-3FCD7E688819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8" name="Пряма сполучна лінія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BA8FC1F-52CF-4D05-AB2D-64721FA37EBF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A94234D1-F96C-4498-8C1E-3FCD7E688819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FC1F-52CF-4D05-AB2D-64721FA37EBF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8" name="Пряма сполучна лінія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Місце для вмісту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12" name="Місце для вмісту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Порівняння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 сполучна лінія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Прямокутник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кут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Прямокутник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Прямокутник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кутник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кутник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34D1-F96C-4498-8C1E-3FCD7E688819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uk-UA"/>
          </a:p>
        </p:txBody>
      </p:sp>
      <p:sp>
        <p:nvSpPr>
          <p:cNvPr id="15" name="Пряма сполучна лінія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кутник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Місце для вмісту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26" name="Місце для вмісту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25" name="Овал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Овал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7BA8FC1F-52CF-4D05-AB2D-64721FA37EBF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3" name="Заголовок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34D1-F96C-4498-8C1E-3FCD7E688819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7BA8FC1F-52CF-4D05-AB2D-64721FA37EBF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кут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кутник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кутник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кутник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Прямокутник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Прямокутник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34D1-F96C-4498-8C1E-3FCD7E688819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BA8FC1F-52CF-4D05-AB2D-64721FA37EBF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з підписом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кутник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кут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кутник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кутник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кут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Прямокутник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8" name="Прямокутник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Пряма сполучна лінія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Місце для вмісту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BA8FC1F-52CF-4D05-AB2D-64721FA37EBF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1" name="Прямокутник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34D1-F96C-4498-8C1E-3FCD7E688819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uk-U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а сполучна лінія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кут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кутник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кутник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кут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Прямокутник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кутник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Прямокутник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Овал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7BA8FC1F-52CF-4D05-AB2D-64721FA37EBF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uk-UA"/>
              <a:t>Клацніть піктограму, щоб додати зображення</a:t>
            </a:r>
            <a:endParaRPr kumimoji="0" lang="en-US" dirty="0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22" name="Прямокутник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A94234D1-F96C-4498-8C1E-3FCD7E688819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34D1-F96C-4498-8C1E-3FCD7E688819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8FC1F-52CF-4D05-AB2D-64721FA37EBF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кут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кутник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кутник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кутник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кутник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кутник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Пряма сполучна лінія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7BA8FC1F-52CF-4D05-AB2D-64721FA37EBF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34D1-F96C-4498-8C1E-3FCD7E688819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кутник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кутник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кут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кутник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кутник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Місце для дати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A94234D1-F96C-4498-8C1E-3FCD7E688819}" type="datetimeFigureOut">
              <a:rPr lang="uk-UA" smtClean="0"/>
              <a:pPr/>
              <a:t>29.07.2026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uk-UA"/>
          </a:p>
        </p:txBody>
      </p:sp>
      <p:sp>
        <p:nvSpPr>
          <p:cNvPr id="8" name="Прямокутник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Пряма сполучна лінія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Місце для номера слайда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BA8FC1F-52CF-4D05-AB2D-64721FA37EBF}" type="slidenum">
              <a:rPr lang="uk-UA" smtClean="0"/>
              <a:pPr/>
              <a:t>‹№›</a:t>
            </a:fld>
            <a:endParaRPr lang="uk-UA"/>
          </a:p>
        </p:txBody>
      </p:sp>
      <p:sp>
        <p:nvSpPr>
          <p:cNvPr id="22" name="Місце для заголовка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13" name="Місце для тексту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uk-UA"/>
              <a:t>Зразок тексту</a:t>
            </a:r>
          </a:p>
          <a:p>
            <a:pPr lvl="1" eaLnBrk="1" latinLnBrk="0" hangingPunct="1"/>
            <a:r>
              <a:rPr kumimoji="0" lang="uk-UA"/>
              <a:t>Другий рівень</a:t>
            </a:r>
          </a:p>
          <a:p>
            <a:pPr lvl="2" eaLnBrk="1" latinLnBrk="0" hangingPunct="1"/>
            <a:r>
              <a:rPr kumimoji="0" lang="uk-UA"/>
              <a:t>Третій рівень</a:t>
            </a:r>
          </a:p>
          <a:p>
            <a:pPr lvl="3" eaLnBrk="1" latinLnBrk="0" hangingPunct="1"/>
            <a:r>
              <a:rPr kumimoji="0" lang="uk-UA"/>
              <a:t>Четвертий рівень</a:t>
            </a:r>
          </a:p>
          <a:p>
            <a:pPr lvl="4" eaLnBrk="1" latinLnBrk="0" hangingPunct="1"/>
            <a:r>
              <a:rPr kumimoji="0" lang="uk-UA"/>
              <a:t>П'ятий рівень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3240857" y="784819"/>
            <a:ext cx="5429320" cy="340660"/>
          </a:xfrm>
        </p:spPr>
        <p:txBody>
          <a:bodyPr/>
          <a:lstStyle/>
          <a:p>
            <a:r>
              <a:rPr lang="uk-UA" dirty="0"/>
              <a:t>Львів-Рим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329979" y="174707"/>
            <a:ext cx="5251077" cy="650670"/>
          </a:xfrm>
        </p:spPr>
        <p:txBody>
          <a:bodyPr>
            <a:normAutofit fontScale="90000"/>
          </a:bodyPr>
          <a:lstStyle/>
          <a:p>
            <a:r>
              <a:rPr lang="uk-UA" dirty="0"/>
              <a:t>Наша подорож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 l="20006" t="9765" r="6833" b="12812"/>
          <a:stretch>
            <a:fillRect/>
          </a:stretch>
        </p:blipFill>
        <p:spPr bwMode="auto">
          <a:xfrm>
            <a:off x="179512" y="1279700"/>
            <a:ext cx="8784000" cy="5078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 descr="Літня подорож на авто: короткі поради автотуристам - Бош Авто Сервіс &quot;112  Україна&quot;"/>
          <p:cNvPicPr>
            <a:picLocks noChangeAspect="1" noChangeArrowheads="1"/>
          </p:cNvPicPr>
          <p:nvPr/>
        </p:nvPicPr>
        <p:blipFill>
          <a:blip r:embed="rId4"/>
          <a:srcRect l="16471" r="12152" b="4292"/>
          <a:stretch>
            <a:fillRect/>
          </a:stretch>
        </p:blipFill>
        <p:spPr bwMode="auto">
          <a:xfrm>
            <a:off x="179512" y="167962"/>
            <a:ext cx="2587524" cy="2189444"/>
          </a:xfrm>
          <a:prstGeom prst="rect">
            <a:avLst/>
          </a:prstGeom>
          <a:noFill/>
        </p:spPr>
      </p:pic>
      <p:sp>
        <p:nvSpPr>
          <p:cNvPr id="6" name="Блок-схема: перфострічка 5"/>
          <p:cNvSpPr/>
          <p:nvPr/>
        </p:nvSpPr>
        <p:spPr>
          <a:xfrm>
            <a:off x="8420144" y="1376599"/>
            <a:ext cx="500066" cy="285752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cxnSp>
        <p:nvCxnSpPr>
          <p:cNvPr id="8" name="Пряма сполучна лінія 7"/>
          <p:cNvCxnSpPr/>
          <p:nvPr/>
        </p:nvCxnSpPr>
        <p:spPr>
          <a:xfrm rot="5400000">
            <a:off x="8216132" y="2142322"/>
            <a:ext cx="57150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Кнопка дії: додому 9">
            <a:hlinkClick r:id="" action="ppaction://hlinkshowjump?jump=firstslide" highlightClick="1"/>
          </p:cNvPr>
          <p:cNvSpPr/>
          <p:nvPr/>
        </p:nvSpPr>
        <p:spPr>
          <a:xfrm>
            <a:off x="3059832" y="5857892"/>
            <a:ext cx="571504" cy="500042"/>
          </a:xfrm>
          <a:prstGeom prst="actionButtonHom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5222" y="332656"/>
            <a:ext cx="15135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4400" b="1" i="1" dirty="0">
                <a:latin typeface="Times New Roman" pitchFamily="18" charset="0"/>
                <a:cs typeface="Times New Roman" pitchFamily="18" charset="0"/>
              </a:rPr>
              <a:t>Львів</a:t>
            </a:r>
          </a:p>
        </p:txBody>
      </p:sp>
      <p:pic>
        <p:nvPicPr>
          <p:cNvPr id="2050" name="Picture 2" descr="C:\Users\User\Desktop\opernyj.jpg"/>
          <p:cNvPicPr>
            <a:picLocks noChangeAspect="1" noChangeArrowheads="1"/>
          </p:cNvPicPr>
          <p:nvPr/>
        </p:nvPicPr>
        <p:blipFill>
          <a:blip r:embed="rId2"/>
          <a:srcRect l="4587" r="6738" b="6666"/>
          <a:stretch>
            <a:fillRect/>
          </a:stretch>
        </p:blipFill>
        <p:spPr bwMode="auto">
          <a:xfrm>
            <a:off x="214282" y="1285860"/>
            <a:ext cx="4242056" cy="3071834"/>
          </a:xfrm>
          <a:prstGeom prst="rect">
            <a:avLst/>
          </a:prstGeom>
          <a:noFill/>
        </p:spPr>
      </p:pic>
      <p:pic>
        <p:nvPicPr>
          <p:cNvPr id="2051" name="Picture 3" descr="C:\Users\User\Desktop\opernyj-teatr-lviv-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3357562"/>
            <a:ext cx="4286280" cy="285752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6000760" y="2214554"/>
            <a:ext cx="1752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k-UA" sz="3200" dirty="0">
                <a:latin typeface="Times New Roman" pitchFamily="18" charset="0"/>
                <a:cs typeface="Times New Roman" pitchFamily="18" charset="0"/>
              </a:rPr>
              <a:t>Оперний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5918" y="5143512"/>
            <a:ext cx="11137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dirty="0">
                <a:latin typeface="Times New Roman" pitchFamily="18" charset="0"/>
                <a:cs typeface="Times New Roman" pitchFamily="18" charset="0"/>
              </a:rPr>
              <a:t>театр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 l="20006" t="9765" r="6833" b="12812"/>
          <a:stretch>
            <a:fillRect/>
          </a:stretch>
        </p:blipFill>
        <p:spPr bwMode="auto">
          <a:xfrm>
            <a:off x="180000" y="1340768"/>
            <a:ext cx="8784000" cy="507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6" name="Picture 2" descr="C:\Users\User\Desktop\Фігурка_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35372" y="1844824"/>
            <a:ext cx="428628" cy="642942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EBDE0D-EEBD-9088-A7B5-C5D710371081}"/>
              </a:ext>
            </a:extLst>
          </p:cNvPr>
          <p:cNvSpPr txBox="1"/>
          <p:nvPr/>
        </p:nvSpPr>
        <p:spPr>
          <a:xfrm>
            <a:off x="2978454" y="438970"/>
            <a:ext cx="3187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dirty="0"/>
              <a:t>Перша зупинка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7.40741E-7 C -0.0026 0.0088 -0.00468 0.01644 -0.01163 0.0206 C -0.01701 0.02384 -0.02326 0.02384 -0.02812 0.02824 C -0.04114 0.04028 -0.03524 0.03704 -0.04496 0.0412 C -0.04826 0.05417 -0.05034 0.06644 -0.0526 0.07986 C -0.05295 0.08032 -0.05572 0.09514 -0.05625 0.0956 C -0.05954 0.10023 -0.06354 0.10255 -0.06736 0.10602 C -0.06927 0.10764 -0.071 0.11042 -0.07309 0.11134 C -0.07673 0.1132 -0.0842 0.1162 -0.0842 0.11667 C -0.08715 0.1287 -0.08854 0.13727 -0.09375 0.14769 C -0.09444 0.15023 -0.09392 0.1537 -0.09531 0.15532 C -0.11024 0.16991 -0.15086 0.16782 -0.16093 0.16852 C -0.17465 0.17361 -0.18802 0.1787 -0.20191 0.18148 C -0.2092 0.18495 -0.20538 0.18426 -0.21284 0.18426 " pathEditMode="relative" rAng="0" ptsTypes="AAAAAAAAAAAAAA">
                                      <p:cBhvr>
                                        <p:cTn id="6" dur="2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42" y="9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1379614" y="590257"/>
            <a:ext cx="63847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i="1" dirty="0">
                <a:latin typeface="Times New Roman" pitchFamily="18" charset="0"/>
                <a:cs typeface="Times New Roman" pitchFamily="18" charset="0"/>
              </a:rPr>
              <a:t>Будапе́шт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– столиця Угорщини</a:t>
            </a:r>
            <a:endParaRPr lang="uk-UA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кутник 4"/>
          <p:cNvSpPr/>
          <p:nvPr/>
        </p:nvSpPr>
        <p:spPr>
          <a:xfrm>
            <a:off x="428596" y="3643314"/>
            <a:ext cx="28575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uk-UA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Будинок парламенту</a:t>
            </a:r>
          </a:p>
        </p:txBody>
      </p:sp>
      <p:sp>
        <p:nvSpPr>
          <p:cNvPr id="6" name="Стрілка вправо 5"/>
          <p:cNvSpPr/>
          <p:nvPr/>
        </p:nvSpPr>
        <p:spPr>
          <a:xfrm>
            <a:off x="857224" y="4786322"/>
            <a:ext cx="1857388" cy="5715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362" name="AutoShape 2" descr="БУДАПЕШТ - Що цікавого? | Моя Європа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5364" name="AutoShape 4" descr="БУДАПЕШТ - Що цікавого? | Моя Європа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15365" name="Picture 5" descr="C:\Users\User\Desktop\Budapest-Будапешт-будівля-Параламенту-1024x6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488" y="2214554"/>
            <a:ext cx="5943642" cy="37147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 l="20006" t="9765" r="6833" b="12812"/>
          <a:stretch>
            <a:fillRect/>
          </a:stretch>
        </p:blipFill>
        <p:spPr bwMode="auto">
          <a:xfrm>
            <a:off x="179512" y="1340768"/>
            <a:ext cx="8784976" cy="507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4" name="Picture 2" descr="C:\Users\User\Desktop\Фігурка_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43702" y="2357430"/>
            <a:ext cx="495300" cy="74295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27E837-EFBE-118A-36A3-A9AA89B1450C}"/>
              </a:ext>
            </a:extLst>
          </p:cNvPr>
          <p:cNvSpPr txBox="1"/>
          <p:nvPr/>
        </p:nvSpPr>
        <p:spPr>
          <a:xfrm>
            <a:off x="3081046" y="406411"/>
            <a:ext cx="2981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dirty="0"/>
              <a:t>Друга зупинка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C -0.00868 0.00694 -0.01806 0.01041 -0.02639 0.01782 C -0.03577 0.03541 -0.03039 0.02963 -0.0408 0.03819 C -0.05 0.05625 -0.0448 0.05023 -0.05487 0.05856 C -0.05625 0.06111 -0.05677 0.06481 -0.05886 0.06643 C -0.0632 0.07014 -0.07917 0.0743 -0.08525 0.07685 C -0.08924 0.07847 -0.09341 0.08032 -0.09757 0.08194 C -0.09948 0.08264 -0.10348 0.08449 -0.10348 0.08472 C -0.12344 0.10231 -0.10747 0.09514 -0.15191 0.09236 C -0.16528 0.08657 -0.16511 0.08727 -0.18247 0.08981 C -0.19289 0.09421 -0.18681 0.09027 -0.19862 0.10486 C -0.19931 0.10578 -0.21025 0.10995 -0.21077 0.11018 C -0.21268 0.1118 -0.21459 0.11389 -0.21667 0.11527 C -0.21858 0.11597 -0.22084 0.11597 -0.22275 0.11782 C -0.22448 0.11852 -0.22674 0.12245 -0.22674 0.12314 " pathEditMode="relative" rAng="0" ptsTypes="AAAAAAAAAAAAAAA">
                                      <p:cBhvr>
                                        <p:cTn id="6" dur="20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337" y="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1428728" y="524184"/>
            <a:ext cx="67151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800" dirty="0">
                <a:latin typeface="Times New Roman" pitchFamily="18" charset="0"/>
                <a:cs typeface="Times New Roman" pitchFamily="18" charset="0"/>
              </a:rPr>
              <a:t>Бистриця (Словенія)</a:t>
            </a:r>
          </a:p>
        </p:txBody>
      </p:sp>
      <p:pic>
        <p:nvPicPr>
          <p:cNvPr id="16386" name="Picture 2" descr="https://lh5.googleusercontent.com/p/AF1QipMSavpnSXNDJ0PRXXV_yaSUpQl2BNA-L9bf24Jw=w426-h240-k-n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4876" y="2857496"/>
            <a:ext cx="3286148" cy="271464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/>
          <p:cNvSpPr txBox="1"/>
          <p:nvPr/>
        </p:nvSpPr>
        <p:spPr>
          <a:xfrm>
            <a:off x="5929322" y="5715016"/>
            <a:ext cx="1704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центр міста</a:t>
            </a:r>
          </a:p>
        </p:txBody>
      </p:sp>
      <p:sp>
        <p:nvSpPr>
          <p:cNvPr id="5" name="Вигнута вправо стрілка 4"/>
          <p:cNvSpPr/>
          <p:nvPr/>
        </p:nvSpPr>
        <p:spPr>
          <a:xfrm>
            <a:off x="7858148" y="3786190"/>
            <a:ext cx="857256" cy="228601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pic>
        <p:nvPicPr>
          <p:cNvPr id="14337" name="Picture 1" descr="C:\Users\User\Desktop\slovenia-4_800x600_ed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1285860"/>
            <a:ext cx="4214842" cy="36576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 l="20006" t="9765" r="6833" b="12812"/>
          <a:stretch>
            <a:fillRect/>
          </a:stretch>
        </p:blipFill>
        <p:spPr bwMode="auto">
          <a:xfrm>
            <a:off x="180000" y="1340768"/>
            <a:ext cx="8784000" cy="507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18" name="Picture 2" descr="C:\Users\User\Desktop\Фігурка_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32040" y="3036091"/>
            <a:ext cx="523878" cy="785818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4CDE5-1AE3-D732-EEF4-2A1C2CCB3065}"/>
              </a:ext>
            </a:extLst>
          </p:cNvPr>
          <p:cNvSpPr txBox="1"/>
          <p:nvPr/>
        </p:nvSpPr>
        <p:spPr>
          <a:xfrm>
            <a:off x="3089061" y="332656"/>
            <a:ext cx="2965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dirty="0"/>
              <a:t>Третя зупинка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0 C -0.03646 0.00347 -0.03698 -0.00116 -0.06025 0.01319 C -0.07066 0.04583 -0.05712 0.0081 -0.07309 0.03611 C -0.075 0.03981 -0.07553 0.04583 -0.07743 0.04931 C -0.08143 0.05602 -0.08785 0.06019 -0.09254 0.06319 C -0.11146 0.12454 -0.09428 0.07639 -0.1783 0.07639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24" y="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57620" y="428604"/>
            <a:ext cx="1785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600" dirty="0">
                <a:latin typeface="Times New Roman" pitchFamily="18" charset="0"/>
                <a:cs typeface="Times New Roman" pitchFamily="18" charset="0"/>
              </a:rPr>
              <a:t>Венеція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166" y="1357298"/>
            <a:ext cx="2855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dirty="0">
                <a:latin typeface="Times New Roman" pitchFamily="18" charset="0"/>
                <a:cs typeface="Times New Roman" pitchFamily="18" charset="0"/>
              </a:rPr>
              <a:t>Гранд-Канал</a:t>
            </a:r>
          </a:p>
        </p:txBody>
      </p:sp>
      <p:sp>
        <p:nvSpPr>
          <p:cNvPr id="13314" name="AutoShape 2" descr="ВЕНЕЦІЯ / 2024 / Смак пригод / тур до Італії -Луцьк та Рівне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13315" name="Picture 3" descr="C:\Users\User\Desktop\VENECI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0450" y="2018034"/>
            <a:ext cx="7023100" cy="39497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5556403" y="131565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400" dirty="0"/>
              <a:t>Місто на воді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 l="20006" t="9765" r="6833" b="12812"/>
          <a:stretch>
            <a:fillRect/>
          </a:stretch>
        </p:blipFill>
        <p:spPr bwMode="auto">
          <a:xfrm>
            <a:off x="180000" y="1340768"/>
            <a:ext cx="8784000" cy="507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842" name="Picture 2" descr="C:\Users\User\Desktop\Фігурка_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47864" y="3486990"/>
            <a:ext cx="523879" cy="785818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50FFDF-A647-7C93-EDA4-CE7EC33A73F8}"/>
              </a:ext>
            </a:extLst>
          </p:cNvPr>
          <p:cNvSpPr txBox="1"/>
          <p:nvPr/>
        </p:nvSpPr>
        <p:spPr>
          <a:xfrm>
            <a:off x="2767660" y="438970"/>
            <a:ext cx="36086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dirty="0"/>
              <a:t>Четверта зупинка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7.40741E-7 C -0.00955 0.00324 -0.00399 0.00093 -0.01493 0.00648 C -0.01597 0.00718 -0.01892 0.00857 -0.01892 0.00903 C -0.02083 0.01088 -0.02222 0.01273 -0.02291 0.01505 C -0.02552 0.01921 -0.02916 0.02847 -0.02916 0.0287 C -0.03055 0.03657 -0.03385 0.04236 -0.03594 0.0507 C -0.03958 0.06574 -0.03889 0.09097 -0.05017 0.09676 C -0.06076 0.12176 -0.05989 0.1331 -0.05989 0.16528 " pathEditMode="relative" rAng="0" ptsTypes="AAAAAAAA">
                                      <p:cBhvr>
                                        <p:cTn id="6" dur="20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21" y="8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28992" y="428604"/>
            <a:ext cx="26019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dirty="0"/>
              <a:t>Сан-Марино</a:t>
            </a:r>
          </a:p>
        </p:txBody>
      </p:sp>
      <p:pic>
        <p:nvPicPr>
          <p:cNvPr id="30724" name="Picture 4" descr="C:\Users\User\Desktop\San-Marin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9848" y="2132856"/>
            <a:ext cx="6572296" cy="4107685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539552" y="1071546"/>
            <a:ext cx="7992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Одна з найменших держав світу із титулом найстаршої республіки</a:t>
            </a:r>
            <a:endParaRPr lang="uk-UA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 l="20006" t="9765" r="6833" b="12812"/>
          <a:stretch>
            <a:fillRect/>
          </a:stretch>
        </p:blipFill>
        <p:spPr bwMode="auto">
          <a:xfrm>
            <a:off x="180000" y="1340768"/>
            <a:ext cx="8784000" cy="5078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866" name="Picture 2" descr="C:\Users\User\Desktop\Фігурка_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63323" y="4509120"/>
            <a:ext cx="495300" cy="742950"/>
          </a:xfrm>
          <a:prstGeom prst="rect">
            <a:avLst/>
          </a:prstGeom>
          <a:noFill/>
        </p:spPr>
      </p:pic>
      <p:sp>
        <p:nvSpPr>
          <p:cNvPr id="5" name="Кнопка дії: додому 4">
            <a:hlinkClick r:id="" action="ppaction://hlinkshowjump?jump=firstslide" highlightClick="1"/>
          </p:cNvPr>
          <p:cNvSpPr/>
          <p:nvPr/>
        </p:nvSpPr>
        <p:spPr>
          <a:xfrm>
            <a:off x="2718064" y="5738310"/>
            <a:ext cx="785818" cy="642942"/>
          </a:xfrm>
          <a:prstGeom prst="actionButtonHom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C43F68-E576-B113-7E89-AB0045359252}"/>
              </a:ext>
            </a:extLst>
          </p:cNvPr>
          <p:cNvSpPr txBox="1"/>
          <p:nvPr/>
        </p:nvSpPr>
        <p:spPr>
          <a:xfrm>
            <a:off x="2832581" y="406979"/>
            <a:ext cx="3478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dirty="0"/>
              <a:t>Остання зупинка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4.07407E-6 C 0.00434 0.00093 0.00955 0.00047 0.01302 0.00301 C 0.01562 0.0051 0.01493 0.00903 0.01632 0.01181 C 0.02205 0.02176 0.02604 0.02824 0.02951 0.03912 C 0.02986 0.03982 0.03472 0.05857 0.03611 0.06019 C 0.03871 0.06297 0.04288 0.06436 0.04618 0.06644 C 0.04739 0.06945 0.05225 0.08149 0.0526 0.08449 C 0.05816 0.11829 0.04514 0.11112 0.06614 0.1176 C 0.0691 0.12547 0.071 0.13056 0.07274 0.13866 C 0.07396 0.14491 0.07135 0.15232 0.07587 0.15672 C 0.08021 0.16158 0.08923 0.16088 0.096 0.16297 C 0.10121 0.16459 0.1125 0.16598 0.1125 0.16644 " pathEditMode="relative" rAng="0" ptsTypes="AAAAAAAAAAAA">
                                      <p:cBhvr>
                                        <p:cTn id="6" dur="20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25" y="8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1" name="Picture 3" descr="C:\Users\User\Desktop\maxresdefaul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7491" y="1448863"/>
            <a:ext cx="8509017" cy="4786322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037491" y="476672"/>
            <a:ext cx="5069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dirty="0"/>
              <a:t>Наш пункт призначення: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вільна">
  <a:themeElements>
    <a:clrScheme name="Цивільна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Цивільна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Цивільна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13</TotalTime>
  <Words>47</Words>
  <Application>Microsoft Office PowerPoint</Application>
  <PresentationFormat>Екран (4:3)</PresentationFormat>
  <Paragraphs>20</Paragraphs>
  <Slides>12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7" baseType="lpstr">
      <vt:lpstr>Georgia</vt:lpstr>
      <vt:lpstr>Times New Roman</vt:lpstr>
      <vt:lpstr>Wingdings</vt:lpstr>
      <vt:lpstr>Wingdings 2</vt:lpstr>
      <vt:lpstr>Цивільна</vt:lpstr>
      <vt:lpstr>Наша подорож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Teacher</cp:lastModifiedBy>
  <cp:revision>6</cp:revision>
  <dcterms:created xsi:type="dcterms:W3CDTF">2025-06-26T15:48:47Z</dcterms:created>
  <dcterms:modified xsi:type="dcterms:W3CDTF">2026-07-29T12:46:12Z</dcterms:modified>
</cp:coreProperties>
</file>