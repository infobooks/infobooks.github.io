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9144000" cy="6858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sz="405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71350" algn="l" rtl="0" fontAlgn="base">
      <a:spcBef>
        <a:spcPct val="0"/>
      </a:spcBef>
      <a:spcAft>
        <a:spcPct val="0"/>
      </a:spcAft>
      <a:defRPr sz="405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542698" algn="l" rtl="0" fontAlgn="base">
      <a:spcBef>
        <a:spcPct val="0"/>
      </a:spcBef>
      <a:spcAft>
        <a:spcPct val="0"/>
      </a:spcAft>
      <a:defRPr sz="405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2314047" algn="l" rtl="0" fontAlgn="base">
      <a:spcBef>
        <a:spcPct val="0"/>
      </a:spcBef>
      <a:spcAft>
        <a:spcPct val="0"/>
      </a:spcAft>
      <a:defRPr sz="405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3085397" algn="l" rtl="0" fontAlgn="base">
      <a:spcBef>
        <a:spcPct val="0"/>
      </a:spcBef>
      <a:spcAft>
        <a:spcPct val="0"/>
      </a:spcAft>
      <a:defRPr sz="405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3856747" algn="l" defTabSz="1542698" rtl="0" eaLnBrk="1" latinLnBrk="0" hangingPunct="1">
      <a:defRPr sz="405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4628096" algn="l" defTabSz="1542698" rtl="0" eaLnBrk="1" latinLnBrk="0" hangingPunct="1">
      <a:defRPr sz="405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5399446" algn="l" defTabSz="1542698" rtl="0" eaLnBrk="1" latinLnBrk="0" hangingPunct="1">
      <a:defRPr sz="405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6170794" algn="l" defTabSz="1542698" rtl="0" eaLnBrk="1" latinLnBrk="0" hangingPunct="1">
      <a:defRPr sz="405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FF66"/>
    <a:srgbClr val="FF0000"/>
    <a:srgbClr val="FFCC00"/>
    <a:srgbClr val="FF00FF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706" y="101"/>
      </p:cViewPr>
      <p:guideLst>
        <p:guide orient="horz" pos="1620"/>
        <p:guide pos="28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44BA6C-97D5-4A25-B932-CC3CE6EA14D5}" type="doc">
      <dgm:prSet loTypeId="urn:microsoft.com/office/officeart/2005/8/layout/list1" loCatId="list" qsTypeId="urn:microsoft.com/office/officeart/2005/8/quickstyle/3d7" qsCatId="3D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67940D4B-086F-46FE-AEA3-ABE3F346C405}">
      <dgm:prSet phldrT="[Текст]"/>
      <dgm:spPr/>
      <dgm:t>
        <a:bodyPr/>
        <a:lstStyle/>
        <a:p>
          <a:r>
            <a:rPr lang="uk-UA" b="1" dirty="0"/>
            <a:t>5А</a:t>
          </a:r>
          <a:r>
            <a:rPr lang="uk-UA" dirty="0"/>
            <a:t> – 5Б     3:0</a:t>
          </a:r>
        </a:p>
      </dgm:t>
    </dgm:pt>
    <dgm:pt modelId="{7111ECB9-D7CA-4EE8-B14C-9A7EBA888197}" type="parTrans" cxnId="{C947F85A-F922-4533-8673-F1B27A97489B}">
      <dgm:prSet/>
      <dgm:spPr/>
      <dgm:t>
        <a:bodyPr/>
        <a:lstStyle/>
        <a:p>
          <a:endParaRPr lang="uk-UA"/>
        </a:p>
      </dgm:t>
    </dgm:pt>
    <dgm:pt modelId="{81FE5E37-A9C3-4211-AA86-4D3DDE230405}" type="sibTrans" cxnId="{C947F85A-F922-4533-8673-F1B27A97489B}">
      <dgm:prSet/>
      <dgm:spPr/>
      <dgm:t>
        <a:bodyPr/>
        <a:lstStyle/>
        <a:p>
          <a:endParaRPr lang="uk-UA"/>
        </a:p>
      </dgm:t>
    </dgm:pt>
    <dgm:pt modelId="{AAB10819-50AA-4D5E-9588-02B68CB991FA}">
      <dgm:prSet phldrT="[Текст]"/>
      <dgm:spPr/>
      <dgm:t>
        <a:bodyPr/>
        <a:lstStyle/>
        <a:p>
          <a:r>
            <a:rPr lang="uk-UA" b="1" dirty="0"/>
            <a:t>5А</a:t>
          </a:r>
          <a:r>
            <a:rPr lang="uk-UA" dirty="0"/>
            <a:t> – 5В     2:1</a:t>
          </a:r>
        </a:p>
      </dgm:t>
    </dgm:pt>
    <dgm:pt modelId="{94617451-C66C-459C-BB9E-20A01610D926}" type="parTrans" cxnId="{82E881BB-0613-48F2-B87A-30D6E10FCB60}">
      <dgm:prSet/>
      <dgm:spPr/>
      <dgm:t>
        <a:bodyPr/>
        <a:lstStyle/>
        <a:p>
          <a:endParaRPr lang="uk-UA"/>
        </a:p>
      </dgm:t>
    </dgm:pt>
    <dgm:pt modelId="{64799A93-E400-4EFF-B02E-7C539DBC2164}" type="sibTrans" cxnId="{82E881BB-0613-48F2-B87A-30D6E10FCB60}">
      <dgm:prSet/>
      <dgm:spPr/>
      <dgm:t>
        <a:bodyPr/>
        <a:lstStyle/>
        <a:p>
          <a:endParaRPr lang="uk-UA"/>
        </a:p>
      </dgm:t>
    </dgm:pt>
    <dgm:pt modelId="{8F491CCA-0715-4870-927E-CAF6780C8E61}">
      <dgm:prSet phldrT="[Текст]"/>
      <dgm:spPr/>
      <dgm:t>
        <a:bodyPr/>
        <a:lstStyle/>
        <a:p>
          <a:r>
            <a:rPr lang="uk-UA" b="0" dirty="0"/>
            <a:t>5Б</a:t>
          </a:r>
          <a:r>
            <a:rPr lang="uk-UA" dirty="0"/>
            <a:t> – </a:t>
          </a:r>
          <a:r>
            <a:rPr lang="uk-UA" b="1" dirty="0"/>
            <a:t>5В</a:t>
          </a:r>
          <a:r>
            <a:rPr lang="uk-UA" dirty="0"/>
            <a:t>     2:4</a:t>
          </a:r>
          <a:endParaRPr lang="uk-UA" b="1" dirty="0"/>
        </a:p>
      </dgm:t>
    </dgm:pt>
    <dgm:pt modelId="{ECE7EF3A-0CDA-41EE-863F-F7871911214F}" type="parTrans" cxnId="{0C315728-4BD9-49A2-B730-552270E8EE6D}">
      <dgm:prSet/>
      <dgm:spPr/>
      <dgm:t>
        <a:bodyPr/>
        <a:lstStyle/>
        <a:p>
          <a:endParaRPr lang="uk-UA"/>
        </a:p>
      </dgm:t>
    </dgm:pt>
    <dgm:pt modelId="{ECAFACA4-2E93-44E5-88A6-C623B9FB29B3}" type="sibTrans" cxnId="{0C315728-4BD9-49A2-B730-552270E8EE6D}">
      <dgm:prSet/>
      <dgm:spPr/>
      <dgm:t>
        <a:bodyPr/>
        <a:lstStyle/>
        <a:p>
          <a:endParaRPr lang="uk-UA"/>
        </a:p>
      </dgm:t>
    </dgm:pt>
    <dgm:pt modelId="{DB372358-6C27-41B3-BA17-47BA21E80917}" type="pres">
      <dgm:prSet presAssocID="{B444BA6C-97D5-4A25-B932-CC3CE6EA14D5}" presName="linear" presStyleCnt="0">
        <dgm:presLayoutVars>
          <dgm:dir/>
          <dgm:animLvl val="lvl"/>
          <dgm:resizeHandles val="exact"/>
        </dgm:presLayoutVars>
      </dgm:prSet>
      <dgm:spPr/>
    </dgm:pt>
    <dgm:pt modelId="{2645D38C-4134-4249-944B-46E81BE075CD}" type="pres">
      <dgm:prSet presAssocID="{67940D4B-086F-46FE-AEA3-ABE3F346C405}" presName="parentLin" presStyleCnt="0"/>
      <dgm:spPr/>
    </dgm:pt>
    <dgm:pt modelId="{8C73E696-CF85-421F-AF5C-43520BBE82E2}" type="pres">
      <dgm:prSet presAssocID="{67940D4B-086F-46FE-AEA3-ABE3F346C405}" presName="parentLeftMargin" presStyleLbl="node1" presStyleIdx="0" presStyleCnt="3"/>
      <dgm:spPr/>
    </dgm:pt>
    <dgm:pt modelId="{92EFAE9F-6537-4CD8-86B8-D44B88FB9D59}" type="pres">
      <dgm:prSet presAssocID="{67940D4B-086F-46FE-AEA3-ABE3F346C40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9441D9D-E1D8-4659-A371-243CC62C2977}" type="pres">
      <dgm:prSet presAssocID="{67940D4B-086F-46FE-AEA3-ABE3F346C405}" presName="negativeSpace" presStyleCnt="0"/>
      <dgm:spPr/>
    </dgm:pt>
    <dgm:pt modelId="{6F711BA4-3D7F-40FC-9AAB-21DF99EC456D}" type="pres">
      <dgm:prSet presAssocID="{67940D4B-086F-46FE-AEA3-ABE3F346C405}" presName="childText" presStyleLbl="conFgAcc1" presStyleIdx="0" presStyleCnt="3">
        <dgm:presLayoutVars>
          <dgm:bulletEnabled val="1"/>
        </dgm:presLayoutVars>
      </dgm:prSet>
      <dgm:spPr/>
    </dgm:pt>
    <dgm:pt modelId="{CEA62357-E15B-43AD-82B2-202796473485}" type="pres">
      <dgm:prSet presAssocID="{81FE5E37-A9C3-4211-AA86-4D3DDE230405}" presName="spaceBetweenRectangles" presStyleCnt="0"/>
      <dgm:spPr/>
    </dgm:pt>
    <dgm:pt modelId="{B13C65D1-BDA1-4D54-B642-85F16ADA41EF}" type="pres">
      <dgm:prSet presAssocID="{AAB10819-50AA-4D5E-9588-02B68CB991FA}" presName="parentLin" presStyleCnt="0"/>
      <dgm:spPr/>
    </dgm:pt>
    <dgm:pt modelId="{38523AD4-E2CD-4E95-96CA-961C90DAE8CD}" type="pres">
      <dgm:prSet presAssocID="{AAB10819-50AA-4D5E-9588-02B68CB991FA}" presName="parentLeftMargin" presStyleLbl="node1" presStyleIdx="0" presStyleCnt="3"/>
      <dgm:spPr/>
    </dgm:pt>
    <dgm:pt modelId="{6B5B40BF-F5F6-4D1D-9019-0ED66AB1DC03}" type="pres">
      <dgm:prSet presAssocID="{AAB10819-50AA-4D5E-9588-02B68CB991F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391F3F0-602E-4BA0-B6F6-307A1DD94F33}" type="pres">
      <dgm:prSet presAssocID="{AAB10819-50AA-4D5E-9588-02B68CB991FA}" presName="negativeSpace" presStyleCnt="0"/>
      <dgm:spPr/>
    </dgm:pt>
    <dgm:pt modelId="{40136AFB-A190-459D-A42C-7C92BBCE32CD}" type="pres">
      <dgm:prSet presAssocID="{AAB10819-50AA-4D5E-9588-02B68CB991FA}" presName="childText" presStyleLbl="conFgAcc1" presStyleIdx="1" presStyleCnt="3">
        <dgm:presLayoutVars>
          <dgm:bulletEnabled val="1"/>
        </dgm:presLayoutVars>
      </dgm:prSet>
      <dgm:spPr/>
    </dgm:pt>
    <dgm:pt modelId="{FE8A005C-A786-40CF-BAE5-CBAC6D4647EA}" type="pres">
      <dgm:prSet presAssocID="{64799A93-E400-4EFF-B02E-7C539DBC2164}" presName="spaceBetweenRectangles" presStyleCnt="0"/>
      <dgm:spPr/>
    </dgm:pt>
    <dgm:pt modelId="{192907AA-DA5F-4CBF-B0D3-ADD9FFECFCE8}" type="pres">
      <dgm:prSet presAssocID="{8F491CCA-0715-4870-927E-CAF6780C8E61}" presName="parentLin" presStyleCnt="0"/>
      <dgm:spPr/>
    </dgm:pt>
    <dgm:pt modelId="{D087203E-0CC2-4884-AA14-45175AA880C2}" type="pres">
      <dgm:prSet presAssocID="{8F491CCA-0715-4870-927E-CAF6780C8E61}" presName="parentLeftMargin" presStyleLbl="node1" presStyleIdx="1" presStyleCnt="3"/>
      <dgm:spPr/>
    </dgm:pt>
    <dgm:pt modelId="{E9B8F85C-F5CE-4E63-9402-D06C8DA25209}" type="pres">
      <dgm:prSet presAssocID="{8F491CCA-0715-4870-927E-CAF6780C8E6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FC68202-F289-42F0-B050-1CC8DA525B3F}" type="pres">
      <dgm:prSet presAssocID="{8F491CCA-0715-4870-927E-CAF6780C8E61}" presName="negativeSpace" presStyleCnt="0"/>
      <dgm:spPr/>
    </dgm:pt>
    <dgm:pt modelId="{B3504F2E-AEBE-4EC0-AD29-4163F6501FD5}" type="pres">
      <dgm:prSet presAssocID="{8F491CCA-0715-4870-927E-CAF6780C8E6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B5378015-D7F6-416A-A945-A957638B052A}" type="presOf" srcId="{8F491CCA-0715-4870-927E-CAF6780C8E61}" destId="{D087203E-0CC2-4884-AA14-45175AA880C2}" srcOrd="0" destOrd="0" presId="urn:microsoft.com/office/officeart/2005/8/layout/list1"/>
    <dgm:cxn modelId="{0C315728-4BD9-49A2-B730-552270E8EE6D}" srcId="{B444BA6C-97D5-4A25-B932-CC3CE6EA14D5}" destId="{8F491CCA-0715-4870-927E-CAF6780C8E61}" srcOrd="2" destOrd="0" parTransId="{ECE7EF3A-0CDA-41EE-863F-F7871911214F}" sibTransId="{ECAFACA4-2E93-44E5-88A6-C623B9FB29B3}"/>
    <dgm:cxn modelId="{F7FD8B63-2DCB-436D-8FEE-01F9EF3F75D0}" type="presOf" srcId="{AAB10819-50AA-4D5E-9588-02B68CB991FA}" destId="{38523AD4-E2CD-4E95-96CA-961C90DAE8CD}" srcOrd="0" destOrd="0" presId="urn:microsoft.com/office/officeart/2005/8/layout/list1"/>
    <dgm:cxn modelId="{AA223848-D341-4C77-95AB-C32B559CC288}" type="presOf" srcId="{B444BA6C-97D5-4A25-B932-CC3CE6EA14D5}" destId="{DB372358-6C27-41B3-BA17-47BA21E80917}" srcOrd="0" destOrd="0" presId="urn:microsoft.com/office/officeart/2005/8/layout/list1"/>
    <dgm:cxn modelId="{02B0CE76-4AAA-474C-9B29-7E98D6D3F9E5}" type="presOf" srcId="{67940D4B-086F-46FE-AEA3-ABE3F346C405}" destId="{92EFAE9F-6537-4CD8-86B8-D44B88FB9D59}" srcOrd="1" destOrd="0" presId="urn:microsoft.com/office/officeart/2005/8/layout/list1"/>
    <dgm:cxn modelId="{C947F85A-F922-4533-8673-F1B27A97489B}" srcId="{B444BA6C-97D5-4A25-B932-CC3CE6EA14D5}" destId="{67940D4B-086F-46FE-AEA3-ABE3F346C405}" srcOrd="0" destOrd="0" parTransId="{7111ECB9-D7CA-4EE8-B14C-9A7EBA888197}" sibTransId="{81FE5E37-A9C3-4211-AA86-4D3DDE230405}"/>
    <dgm:cxn modelId="{DD65057C-8AE8-4BAC-AE73-DF501764F40E}" type="presOf" srcId="{AAB10819-50AA-4D5E-9588-02B68CB991FA}" destId="{6B5B40BF-F5F6-4D1D-9019-0ED66AB1DC03}" srcOrd="1" destOrd="0" presId="urn:microsoft.com/office/officeart/2005/8/layout/list1"/>
    <dgm:cxn modelId="{70E3B994-F178-4A3A-8F50-D8785641119F}" type="presOf" srcId="{67940D4B-086F-46FE-AEA3-ABE3F346C405}" destId="{8C73E696-CF85-421F-AF5C-43520BBE82E2}" srcOrd="0" destOrd="0" presId="urn:microsoft.com/office/officeart/2005/8/layout/list1"/>
    <dgm:cxn modelId="{C69D38AB-AEC3-4712-A9B9-158E2BDA9CF7}" type="presOf" srcId="{8F491CCA-0715-4870-927E-CAF6780C8E61}" destId="{E9B8F85C-F5CE-4E63-9402-D06C8DA25209}" srcOrd="1" destOrd="0" presId="urn:microsoft.com/office/officeart/2005/8/layout/list1"/>
    <dgm:cxn modelId="{82E881BB-0613-48F2-B87A-30D6E10FCB60}" srcId="{B444BA6C-97D5-4A25-B932-CC3CE6EA14D5}" destId="{AAB10819-50AA-4D5E-9588-02B68CB991FA}" srcOrd="1" destOrd="0" parTransId="{94617451-C66C-459C-BB9E-20A01610D926}" sibTransId="{64799A93-E400-4EFF-B02E-7C539DBC2164}"/>
    <dgm:cxn modelId="{04CFB347-0188-4359-9EB9-4CD464DBB871}" type="presParOf" srcId="{DB372358-6C27-41B3-BA17-47BA21E80917}" destId="{2645D38C-4134-4249-944B-46E81BE075CD}" srcOrd="0" destOrd="0" presId="urn:microsoft.com/office/officeart/2005/8/layout/list1"/>
    <dgm:cxn modelId="{250F062D-EF1E-4C05-B8BF-5E88A0B0F5B4}" type="presParOf" srcId="{2645D38C-4134-4249-944B-46E81BE075CD}" destId="{8C73E696-CF85-421F-AF5C-43520BBE82E2}" srcOrd="0" destOrd="0" presId="urn:microsoft.com/office/officeart/2005/8/layout/list1"/>
    <dgm:cxn modelId="{E1C84BA2-28DF-4A2D-A30D-BD51A08A29B4}" type="presParOf" srcId="{2645D38C-4134-4249-944B-46E81BE075CD}" destId="{92EFAE9F-6537-4CD8-86B8-D44B88FB9D59}" srcOrd="1" destOrd="0" presId="urn:microsoft.com/office/officeart/2005/8/layout/list1"/>
    <dgm:cxn modelId="{05F089C8-1ED0-4650-99BB-02C20D91F770}" type="presParOf" srcId="{DB372358-6C27-41B3-BA17-47BA21E80917}" destId="{39441D9D-E1D8-4659-A371-243CC62C2977}" srcOrd="1" destOrd="0" presId="urn:microsoft.com/office/officeart/2005/8/layout/list1"/>
    <dgm:cxn modelId="{C68C97E9-C308-4442-ACBC-170AE6AFA534}" type="presParOf" srcId="{DB372358-6C27-41B3-BA17-47BA21E80917}" destId="{6F711BA4-3D7F-40FC-9AAB-21DF99EC456D}" srcOrd="2" destOrd="0" presId="urn:microsoft.com/office/officeart/2005/8/layout/list1"/>
    <dgm:cxn modelId="{0C1AB6B0-448B-493A-AEDB-7DA93851EB7A}" type="presParOf" srcId="{DB372358-6C27-41B3-BA17-47BA21E80917}" destId="{CEA62357-E15B-43AD-82B2-202796473485}" srcOrd="3" destOrd="0" presId="urn:microsoft.com/office/officeart/2005/8/layout/list1"/>
    <dgm:cxn modelId="{0E046797-FE61-423B-BCF9-EAD805110626}" type="presParOf" srcId="{DB372358-6C27-41B3-BA17-47BA21E80917}" destId="{B13C65D1-BDA1-4D54-B642-85F16ADA41EF}" srcOrd="4" destOrd="0" presId="urn:microsoft.com/office/officeart/2005/8/layout/list1"/>
    <dgm:cxn modelId="{D131CD7D-245C-4D83-B0F2-A282621335C1}" type="presParOf" srcId="{B13C65D1-BDA1-4D54-B642-85F16ADA41EF}" destId="{38523AD4-E2CD-4E95-96CA-961C90DAE8CD}" srcOrd="0" destOrd="0" presId="urn:microsoft.com/office/officeart/2005/8/layout/list1"/>
    <dgm:cxn modelId="{3420EC7E-28B5-4CAE-B03C-049226FDD353}" type="presParOf" srcId="{B13C65D1-BDA1-4D54-B642-85F16ADA41EF}" destId="{6B5B40BF-F5F6-4D1D-9019-0ED66AB1DC03}" srcOrd="1" destOrd="0" presId="urn:microsoft.com/office/officeart/2005/8/layout/list1"/>
    <dgm:cxn modelId="{2B7998CF-BBF4-49E1-BCD2-B8F405AB610C}" type="presParOf" srcId="{DB372358-6C27-41B3-BA17-47BA21E80917}" destId="{9391F3F0-602E-4BA0-B6F6-307A1DD94F33}" srcOrd="5" destOrd="0" presId="urn:microsoft.com/office/officeart/2005/8/layout/list1"/>
    <dgm:cxn modelId="{3A82B2F5-F28E-4AB9-BFFD-576EFDC34976}" type="presParOf" srcId="{DB372358-6C27-41B3-BA17-47BA21E80917}" destId="{40136AFB-A190-459D-A42C-7C92BBCE32CD}" srcOrd="6" destOrd="0" presId="urn:microsoft.com/office/officeart/2005/8/layout/list1"/>
    <dgm:cxn modelId="{38C7DE55-1869-4B3A-BE89-F2461F014DB4}" type="presParOf" srcId="{DB372358-6C27-41B3-BA17-47BA21E80917}" destId="{FE8A005C-A786-40CF-BAE5-CBAC6D4647EA}" srcOrd="7" destOrd="0" presId="urn:microsoft.com/office/officeart/2005/8/layout/list1"/>
    <dgm:cxn modelId="{A9D7435A-D75A-4FBB-8020-11355820A011}" type="presParOf" srcId="{DB372358-6C27-41B3-BA17-47BA21E80917}" destId="{192907AA-DA5F-4CBF-B0D3-ADD9FFECFCE8}" srcOrd="8" destOrd="0" presId="urn:microsoft.com/office/officeart/2005/8/layout/list1"/>
    <dgm:cxn modelId="{59E5A3BF-D1EE-4AE7-82FE-BC767A08FEFA}" type="presParOf" srcId="{192907AA-DA5F-4CBF-B0D3-ADD9FFECFCE8}" destId="{D087203E-0CC2-4884-AA14-45175AA880C2}" srcOrd="0" destOrd="0" presId="urn:microsoft.com/office/officeart/2005/8/layout/list1"/>
    <dgm:cxn modelId="{71DD21FD-4972-47B8-A09F-FA379EADE757}" type="presParOf" srcId="{192907AA-DA5F-4CBF-B0D3-ADD9FFECFCE8}" destId="{E9B8F85C-F5CE-4E63-9402-D06C8DA25209}" srcOrd="1" destOrd="0" presId="urn:microsoft.com/office/officeart/2005/8/layout/list1"/>
    <dgm:cxn modelId="{2A42E57F-4DB0-4660-857F-E442117A7D12}" type="presParOf" srcId="{DB372358-6C27-41B3-BA17-47BA21E80917}" destId="{5FC68202-F289-42F0-B050-1CC8DA525B3F}" srcOrd="9" destOrd="0" presId="urn:microsoft.com/office/officeart/2005/8/layout/list1"/>
    <dgm:cxn modelId="{0881E62B-76CC-4ABD-A99A-D8CD7FA098C4}" type="presParOf" srcId="{DB372358-6C27-41B3-BA17-47BA21E80917}" destId="{B3504F2E-AEBE-4EC0-AD29-4163F6501FD5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711BA4-3D7F-40FC-9AAB-21DF99EC456D}">
      <dsp:nvSpPr>
        <dsp:cNvPr id="0" name=""/>
        <dsp:cNvSpPr/>
      </dsp:nvSpPr>
      <dsp:spPr>
        <a:xfrm>
          <a:off x="0" y="399419"/>
          <a:ext cx="5143500" cy="65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161800" extrusionH="10600" prstMaterial="matte">
          <a:bevelT w="90600" h="18600" prst="softRound"/>
          <a:bevelB w="48600" h="8600" prst="relaxedInset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EFAE9F-6537-4CD8-86B8-D44B88FB9D59}">
      <dsp:nvSpPr>
        <dsp:cNvPr id="0" name=""/>
        <dsp:cNvSpPr/>
      </dsp:nvSpPr>
      <dsp:spPr>
        <a:xfrm>
          <a:off x="257175" y="15659"/>
          <a:ext cx="3600450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6088" tIns="0" rIns="136088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1" kern="1200" dirty="0"/>
            <a:t>5А</a:t>
          </a:r>
          <a:r>
            <a:rPr lang="uk-UA" sz="2600" kern="1200" dirty="0"/>
            <a:t> – 5Б     3:0</a:t>
          </a:r>
        </a:p>
      </dsp:txBody>
      <dsp:txXfrm>
        <a:off x="294642" y="53126"/>
        <a:ext cx="3525516" cy="692586"/>
      </dsp:txXfrm>
    </dsp:sp>
    <dsp:sp modelId="{40136AFB-A190-459D-A42C-7C92BBCE32CD}">
      <dsp:nvSpPr>
        <dsp:cNvPr id="0" name=""/>
        <dsp:cNvSpPr/>
      </dsp:nvSpPr>
      <dsp:spPr>
        <a:xfrm>
          <a:off x="0" y="1578779"/>
          <a:ext cx="5143500" cy="65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161800" extrusionH="10600" prstMaterial="matte">
          <a:bevelT w="90600" h="18600" prst="softRound"/>
          <a:bevelB w="48600" h="8600" prst="relaxedInset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5B40BF-F5F6-4D1D-9019-0ED66AB1DC03}">
      <dsp:nvSpPr>
        <dsp:cNvPr id="0" name=""/>
        <dsp:cNvSpPr/>
      </dsp:nvSpPr>
      <dsp:spPr>
        <a:xfrm>
          <a:off x="257175" y="1195020"/>
          <a:ext cx="3600450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6088" tIns="0" rIns="136088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1" kern="1200" dirty="0"/>
            <a:t>5А</a:t>
          </a:r>
          <a:r>
            <a:rPr lang="uk-UA" sz="2600" kern="1200" dirty="0"/>
            <a:t> – 5В     2:1</a:t>
          </a:r>
        </a:p>
      </dsp:txBody>
      <dsp:txXfrm>
        <a:off x="294642" y="1232487"/>
        <a:ext cx="3525516" cy="692586"/>
      </dsp:txXfrm>
    </dsp:sp>
    <dsp:sp modelId="{B3504F2E-AEBE-4EC0-AD29-4163F6501FD5}">
      <dsp:nvSpPr>
        <dsp:cNvPr id="0" name=""/>
        <dsp:cNvSpPr/>
      </dsp:nvSpPr>
      <dsp:spPr>
        <a:xfrm>
          <a:off x="0" y="2758140"/>
          <a:ext cx="5143500" cy="65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161800" extrusionH="10600" prstMaterial="matte">
          <a:bevelT w="90600" h="18600" prst="softRound"/>
          <a:bevelB w="48600" h="8600" prst="relaxedInset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8F85C-F5CE-4E63-9402-D06C8DA25209}">
      <dsp:nvSpPr>
        <dsp:cNvPr id="0" name=""/>
        <dsp:cNvSpPr/>
      </dsp:nvSpPr>
      <dsp:spPr>
        <a:xfrm>
          <a:off x="257175" y="2374380"/>
          <a:ext cx="3600450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6088" tIns="0" rIns="136088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kern="1200" dirty="0"/>
            <a:t>5Б</a:t>
          </a:r>
          <a:r>
            <a:rPr lang="uk-UA" sz="2600" kern="1200" dirty="0"/>
            <a:t> – </a:t>
          </a:r>
          <a:r>
            <a:rPr lang="uk-UA" sz="2600" b="1" kern="1200" dirty="0"/>
            <a:t>5В</a:t>
          </a:r>
          <a:r>
            <a:rPr lang="uk-UA" sz="2600" kern="1200" dirty="0"/>
            <a:t>     2:4</a:t>
          </a:r>
          <a:endParaRPr lang="uk-UA" sz="2600" b="1" kern="1200" dirty="0"/>
        </a:p>
      </dsp:txBody>
      <dsp:txXfrm>
        <a:off x="294642" y="2411847"/>
        <a:ext cx="3525516" cy="6925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18160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ru-RU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18160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E7F6A5A-5294-4992-8681-81A764DC3266}" type="slidenum">
              <a:rPr lang="ru-RU"/>
              <a:pPr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77BA08-63ED-4BE2-80D8-8669D76681ED}" type="datetimeFigureOut">
              <a:rPr lang="uk-UA" smtClean="0"/>
              <a:pPr/>
              <a:t>09.08.2026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07A753-C0E9-4DBB-9F7B-9733399A853F}" type="slidenum">
              <a:rPr lang="uk-UA" smtClean="0"/>
              <a:pPr/>
              <a:t>‹№›</a:t>
            </a:fld>
            <a:endParaRPr lang="uk-U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542698" rtl="0" eaLnBrk="1" latinLnBrk="0" hangingPunct="1">
      <a:defRPr sz="2025" kern="1200">
        <a:solidFill>
          <a:schemeClr val="tx1"/>
        </a:solidFill>
        <a:latin typeface="+mn-lt"/>
        <a:ea typeface="+mn-ea"/>
        <a:cs typeface="+mn-cs"/>
      </a:defRPr>
    </a:lvl1pPr>
    <a:lvl2pPr marL="771350" algn="l" defTabSz="1542698" rtl="0" eaLnBrk="1" latinLnBrk="0" hangingPunct="1">
      <a:defRPr sz="2025" kern="1200">
        <a:solidFill>
          <a:schemeClr val="tx1"/>
        </a:solidFill>
        <a:latin typeface="+mn-lt"/>
        <a:ea typeface="+mn-ea"/>
        <a:cs typeface="+mn-cs"/>
      </a:defRPr>
    </a:lvl2pPr>
    <a:lvl3pPr marL="1542698" algn="l" defTabSz="1542698" rtl="0" eaLnBrk="1" latinLnBrk="0" hangingPunct="1">
      <a:defRPr sz="2025" kern="1200">
        <a:solidFill>
          <a:schemeClr val="tx1"/>
        </a:solidFill>
        <a:latin typeface="+mn-lt"/>
        <a:ea typeface="+mn-ea"/>
        <a:cs typeface="+mn-cs"/>
      </a:defRPr>
    </a:lvl3pPr>
    <a:lvl4pPr marL="2314047" algn="l" defTabSz="1542698" rtl="0" eaLnBrk="1" latinLnBrk="0" hangingPunct="1">
      <a:defRPr sz="2025" kern="1200">
        <a:solidFill>
          <a:schemeClr val="tx1"/>
        </a:solidFill>
        <a:latin typeface="+mn-lt"/>
        <a:ea typeface="+mn-ea"/>
        <a:cs typeface="+mn-cs"/>
      </a:defRPr>
    </a:lvl4pPr>
    <a:lvl5pPr marL="3085397" algn="l" defTabSz="1542698" rtl="0" eaLnBrk="1" latinLnBrk="0" hangingPunct="1">
      <a:defRPr sz="2025" kern="1200">
        <a:solidFill>
          <a:schemeClr val="tx1"/>
        </a:solidFill>
        <a:latin typeface="+mn-lt"/>
        <a:ea typeface="+mn-ea"/>
        <a:cs typeface="+mn-cs"/>
      </a:defRPr>
    </a:lvl5pPr>
    <a:lvl6pPr marL="3856747" algn="l" defTabSz="1542698" rtl="0" eaLnBrk="1" latinLnBrk="0" hangingPunct="1">
      <a:defRPr sz="2025" kern="1200">
        <a:solidFill>
          <a:schemeClr val="tx1"/>
        </a:solidFill>
        <a:latin typeface="+mn-lt"/>
        <a:ea typeface="+mn-ea"/>
        <a:cs typeface="+mn-cs"/>
      </a:defRPr>
    </a:lvl6pPr>
    <a:lvl7pPr marL="4628096" algn="l" defTabSz="1542698" rtl="0" eaLnBrk="1" latinLnBrk="0" hangingPunct="1">
      <a:defRPr sz="2025" kern="1200">
        <a:solidFill>
          <a:schemeClr val="tx1"/>
        </a:solidFill>
        <a:latin typeface="+mn-lt"/>
        <a:ea typeface="+mn-ea"/>
        <a:cs typeface="+mn-cs"/>
      </a:defRPr>
    </a:lvl7pPr>
    <a:lvl8pPr marL="5399446" algn="l" defTabSz="1542698" rtl="0" eaLnBrk="1" latinLnBrk="0" hangingPunct="1">
      <a:defRPr sz="2025" kern="1200">
        <a:solidFill>
          <a:schemeClr val="tx1"/>
        </a:solidFill>
        <a:latin typeface="+mn-lt"/>
        <a:ea typeface="+mn-ea"/>
        <a:cs typeface="+mn-cs"/>
      </a:defRPr>
    </a:lvl8pPr>
    <a:lvl9pPr marL="6170794" algn="l" defTabSz="1542698" rtl="0" eaLnBrk="1" latinLnBrk="0" hangingPunct="1">
      <a:defRPr sz="202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07A753-C0E9-4DBB-9F7B-9733399A853F}" type="slidenum">
              <a:rPr lang="uk-UA" smtClean="0"/>
              <a:pPr/>
              <a:t>1</a:t>
            </a:fld>
            <a:endParaRPr lang="uk-UA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07A753-C0E9-4DBB-9F7B-9733399A853F}" type="slidenum">
              <a:rPr lang="uk-UA" smtClean="0"/>
              <a:pPr/>
              <a:t>2</a:t>
            </a:fld>
            <a:endParaRPr lang="uk-U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07A753-C0E9-4DBB-9F7B-9733399A853F}" type="slidenum">
              <a:rPr lang="uk-UA" smtClean="0"/>
              <a:pPr/>
              <a:t>3</a:t>
            </a:fld>
            <a:endParaRPr lang="uk-U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07A753-C0E9-4DBB-9F7B-9733399A853F}" type="slidenum">
              <a:rPr lang="uk-UA" smtClean="0"/>
              <a:pPr/>
              <a:t>4</a:t>
            </a:fld>
            <a:endParaRPr lang="uk-UA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07A753-C0E9-4DBB-9F7B-9733399A853F}" type="slidenum">
              <a:rPr lang="uk-UA" smtClean="0"/>
              <a:pPr/>
              <a:t>5</a:t>
            </a:fld>
            <a:endParaRPr lang="uk-UA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07A753-C0E9-4DBB-9F7B-9733399A853F}" type="slidenum">
              <a:rPr lang="uk-UA" smtClean="0"/>
              <a:pPr/>
              <a:t>6</a:t>
            </a:fld>
            <a:endParaRPr lang="uk-U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4" y="1597820"/>
            <a:ext cx="7772399" cy="1102518"/>
          </a:xfrm>
        </p:spPr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1371603" y="2914656"/>
            <a:ext cx="6400801" cy="131444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672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345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017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690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362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03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570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9380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uk-UA"/>
              <a:t>Зразок підзаголовка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B143-FA0D-4CF0-AFAF-F00D67443F0B}" type="slidenum">
              <a:rPr lang="ru-RU" smtClean="0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'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97195-26A4-4671-BA33-EC5E99A37294}" type="slidenum">
              <a:rPr lang="ru-RU" smtClean="0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7" y="3305180"/>
            <a:ext cx="7772399" cy="1021557"/>
          </a:xfrm>
        </p:spPr>
        <p:txBody>
          <a:bodyPr anchor="t"/>
          <a:lstStyle>
            <a:lvl1pPr algn="l">
              <a:defRPr sz="3206" b="1" cap="all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722317" y="2180037"/>
            <a:ext cx="7772399" cy="1125141"/>
          </a:xfrm>
        </p:spPr>
        <p:txBody>
          <a:bodyPr anchor="b"/>
          <a:lstStyle>
            <a:lvl1pPr marL="0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1pPr>
            <a:lvl2pPr marL="367252" indent="0">
              <a:buNone/>
              <a:defRPr sz="1519">
                <a:solidFill>
                  <a:schemeClr val="tx1">
                    <a:tint val="75000"/>
                  </a:schemeClr>
                </a:solidFill>
              </a:defRPr>
            </a:lvl2pPr>
            <a:lvl3pPr marL="734506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101760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4pPr>
            <a:lvl5pPr marL="1469013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5pPr>
            <a:lvl6pPr marL="1836267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6pPr>
            <a:lvl7pPr marL="2203521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7pPr>
            <a:lvl8pPr marL="2570771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8pPr>
            <a:lvl9pPr marL="2938025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EDC1-0B50-47AE-8813-79BB860C3CC3}" type="slidenum">
              <a:rPr lang="ru-RU" smtClean="0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'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sz="half" idx="1"/>
          </p:nvPr>
        </p:nvSpPr>
        <p:spPr>
          <a:xfrm>
            <a:off x="228599" y="533404"/>
            <a:ext cx="1981200" cy="1508522"/>
          </a:xfrm>
        </p:spPr>
        <p:txBody>
          <a:bodyPr/>
          <a:lstStyle>
            <a:lvl1pPr>
              <a:defRPr sz="2194"/>
            </a:lvl1pPr>
            <a:lvl2pPr>
              <a:defRPr sz="1856"/>
            </a:lvl2pPr>
            <a:lvl3pPr>
              <a:defRPr sz="1688"/>
            </a:lvl3pPr>
            <a:lvl4pPr>
              <a:defRPr sz="1519"/>
            </a:lvl4pPr>
            <a:lvl5pPr>
              <a:defRPr sz="1519"/>
            </a:lvl5pPr>
            <a:lvl6pPr>
              <a:defRPr sz="1519"/>
            </a:lvl6pPr>
            <a:lvl7pPr>
              <a:defRPr sz="1519"/>
            </a:lvl7pPr>
            <a:lvl8pPr>
              <a:defRPr sz="1519"/>
            </a:lvl8pPr>
            <a:lvl9pPr>
              <a:defRPr sz="1519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2362201" y="533404"/>
            <a:ext cx="1981200" cy="1508522"/>
          </a:xfrm>
        </p:spPr>
        <p:txBody>
          <a:bodyPr/>
          <a:lstStyle>
            <a:lvl1pPr>
              <a:defRPr sz="2194"/>
            </a:lvl1pPr>
            <a:lvl2pPr>
              <a:defRPr sz="1856"/>
            </a:lvl2pPr>
            <a:lvl3pPr>
              <a:defRPr sz="1688"/>
            </a:lvl3pPr>
            <a:lvl4pPr>
              <a:defRPr sz="1519"/>
            </a:lvl4pPr>
            <a:lvl5pPr>
              <a:defRPr sz="1519"/>
            </a:lvl5pPr>
            <a:lvl6pPr>
              <a:defRPr sz="1519"/>
            </a:lvl6pPr>
            <a:lvl7pPr>
              <a:defRPr sz="1519"/>
            </a:lvl7pPr>
            <a:lvl8pPr>
              <a:defRPr sz="1519"/>
            </a:lvl8pPr>
            <a:lvl9pPr>
              <a:defRPr sz="1519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E8715-FBDB-4EA3-BB32-E0C22F941CED}" type="slidenum">
              <a:rPr lang="ru-RU" smtClean="0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457200" y="1151338"/>
            <a:ext cx="4040188" cy="479822"/>
          </a:xfrm>
        </p:spPr>
        <p:txBody>
          <a:bodyPr anchor="b"/>
          <a:lstStyle>
            <a:lvl1pPr marL="0" indent="0">
              <a:buNone/>
              <a:defRPr sz="1856" b="1"/>
            </a:lvl1pPr>
            <a:lvl2pPr marL="367252" indent="0">
              <a:buNone/>
              <a:defRPr sz="1688" b="1"/>
            </a:lvl2pPr>
            <a:lvl3pPr marL="734506" indent="0">
              <a:buNone/>
              <a:defRPr sz="1519" b="1"/>
            </a:lvl3pPr>
            <a:lvl4pPr marL="1101760" indent="0">
              <a:buNone/>
              <a:defRPr sz="1350" b="1"/>
            </a:lvl4pPr>
            <a:lvl5pPr marL="1469013" indent="0">
              <a:buNone/>
              <a:defRPr sz="1350" b="1"/>
            </a:lvl5pPr>
            <a:lvl6pPr marL="1836267" indent="0">
              <a:buNone/>
              <a:defRPr sz="1350" b="1"/>
            </a:lvl6pPr>
            <a:lvl7pPr marL="2203521" indent="0">
              <a:buNone/>
              <a:defRPr sz="1350" b="1"/>
            </a:lvl7pPr>
            <a:lvl8pPr marL="2570771" indent="0">
              <a:buNone/>
              <a:defRPr sz="1350" b="1"/>
            </a:lvl8pPr>
            <a:lvl9pPr marL="2938025" indent="0">
              <a:buNone/>
              <a:defRPr sz="1350" b="1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56"/>
            </a:lvl1pPr>
            <a:lvl2pPr>
              <a:defRPr sz="1688"/>
            </a:lvl2pPr>
            <a:lvl3pPr>
              <a:defRPr sz="1519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5" name="Місце для тексту 4"/>
          <p:cNvSpPr>
            <a:spLocks noGrp="1"/>
          </p:cNvSpPr>
          <p:nvPr>
            <p:ph type="body" sz="quarter" idx="3"/>
          </p:nvPr>
        </p:nvSpPr>
        <p:spPr>
          <a:xfrm>
            <a:off x="4645026" y="1151338"/>
            <a:ext cx="4041776" cy="479822"/>
          </a:xfrm>
        </p:spPr>
        <p:txBody>
          <a:bodyPr anchor="b"/>
          <a:lstStyle>
            <a:lvl1pPr marL="0" indent="0">
              <a:buNone/>
              <a:defRPr sz="1856" b="1"/>
            </a:lvl1pPr>
            <a:lvl2pPr marL="367252" indent="0">
              <a:buNone/>
              <a:defRPr sz="1688" b="1"/>
            </a:lvl2pPr>
            <a:lvl3pPr marL="734506" indent="0">
              <a:buNone/>
              <a:defRPr sz="1519" b="1"/>
            </a:lvl3pPr>
            <a:lvl4pPr marL="1101760" indent="0">
              <a:buNone/>
              <a:defRPr sz="1350" b="1"/>
            </a:lvl4pPr>
            <a:lvl5pPr marL="1469013" indent="0">
              <a:buNone/>
              <a:defRPr sz="1350" b="1"/>
            </a:lvl5pPr>
            <a:lvl6pPr marL="1836267" indent="0">
              <a:buNone/>
              <a:defRPr sz="1350" b="1"/>
            </a:lvl6pPr>
            <a:lvl7pPr marL="2203521" indent="0">
              <a:buNone/>
              <a:defRPr sz="1350" b="1"/>
            </a:lvl7pPr>
            <a:lvl8pPr marL="2570771" indent="0">
              <a:buNone/>
              <a:defRPr sz="1350" b="1"/>
            </a:lvl8pPr>
            <a:lvl9pPr marL="2938025" indent="0">
              <a:buNone/>
              <a:defRPr sz="1350" b="1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6" name="Місце для вмісту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6" cy="2963466"/>
          </a:xfrm>
        </p:spPr>
        <p:txBody>
          <a:bodyPr/>
          <a:lstStyle>
            <a:lvl1pPr>
              <a:defRPr sz="1856"/>
            </a:lvl1pPr>
            <a:lvl2pPr>
              <a:defRPr sz="1688"/>
            </a:lvl2pPr>
            <a:lvl3pPr>
              <a:defRPr sz="1519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7" name="Місце для дати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Місце для нижнього колонтитула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57B96-5CD2-4BAF-ACD8-44DBBE3133DC}" type="slidenum">
              <a:rPr lang="ru-RU" smtClean="0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дати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ижнього колонтитула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4D58E-FB6B-4072-AF39-1BE66EAFBE54}" type="slidenum">
              <a:rPr lang="ru-RU" smtClean="0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Місце для нижнього колонтитула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5811-90A8-4EDE-870F-03591E40041B}" type="slidenum">
              <a:rPr lang="ru-RU" smtClean="0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6" y="204793"/>
            <a:ext cx="3008315" cy="871538"/>
          </a:xfrm>
        </p:spPr>
        <p:txBody>
          <a:bodyPr anchor="b"/>
          <a:lstStyle>
            <a:lvl1pPr algn="l">
              <a:defRPr sz="1688" b="1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3575052" y="204788"/>
            <a:ext cx="5111751" cy="4389836"/>
          </a:xfrm>
        </p:spPr>
        <p:txBody>
          <a:bodyPr/>
          <a:lstStyle>
            <a:lvl1pPr>
              <a:defRPr sz="2531"/>
            </a:lvl1pPr>
            <a:lvl2pPr>
              <a:defRPr sz="2194"/>
            </a:lvl2pPr>
            <a:lvl3pPr>
              <a:defRPr sz="1856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457206" y="1076331"/>
            <a:ext cx="3008315" cy="3518297"/>
          </a:xfrm>
        </p:spPr>
        <p:txBody>
          <a:bodyPr/>
          <a:lstStyle>
            <a:lvl1pPr marL="0" indent="0">
              <a:buNone/>
              <a:defRPr sz="1181"/>
            </a:lvl1pPr>
            <a:lvl2pPr marL="367252" indent="0">
              <a:buNone/>
              <a:defRPr sz="1013"/>
            </a:lvl2pPr>
            <a:lvl3pPr marL="734506" indent="0">
              <a:buNone/>
              <a:defRPr sz="844"/>
            </a:lvl3pPr>
            <a:lvl4pPr marL="1101760" indent="0">
              <a:buNone/>
              <a:defRPr sz="675"/>
            </a:lvl4pPr>
            <a:lvl5pPr marL="1469013" indent="0">
              <a:buNone/>
              <a:defRPr sz="675"/>
            </a:lvl5pPr>
            <a:lvl6pPr marL="1836267" indent="0">
              <a:buNone/>
              <a:defRPr sz="675"/>
            </a:lvl6pPr>
            <a:lvl7pPr marL="2203521" indent="0">
              <a:buNone/>
              <a:defRPr sz="675"/>
            </a:lvl7pPr>
            <a:lvl8pPr marL="2570771" indent="0">
              <a:buNone/>
              <a:defRPr sz="675"/>
            </a:lvl8pPr>
            <a:lvl9pPr marL="2938025" indent="0">
              <a:buNone/>
              <a:defRPr sz="675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B9288-D15F-4A41-84F9-206C0A7BF113}" type="slidenum">
              <a:rPr lang="ru-RU" smtClean="0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9" y="3600450"/>
            <a:ext cx="5486400" cy="425054"/>
          </a:xfrm>
        </p:spPr>
        <p:txBody>
          <a:bodyPr anchor="b"/>
          <a:lstStyle>
            <a:lvl1pPr algn="l">
              <a:defRPr sz="1688" b="1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зображення 2"/>
          <p:cNvSpPr>
            <a:spLocks noGrp="1"/>
          </p:cNvSpPr>
          <p:nvPr>
            <p:ph type="pic" idx="1"/>
          </p:nvPr>
        </p:nvSpPr>
        <p:spPr>
          <a:xfrm>
            <a:off x="1792289" y="459581"/>
            <a:ext cx="5486400" cy="3086100"/>
          </a:xfrm>
        </p:spPr>
        <p:txBody>
          <a:bodyPr/>
          <a:lstStyle>
            <a:lvl1pPr marL="0" indent="0">
              <a:buNone/>
              <a:defRPr sz="2531"/>
            </a:lvl1pPr>
            <a:lvl2pPr marL="367252" indent="0">
              <a:buNone/>
              <a:defRPr sz="2194"/>
            </a:lvl2pPr>
            <a:lvl3pPr marL="734506" indent="0">
              <a:buNone/>
              <a:defRPr sz="1856"/>
            </a:lvl3pPr>
            <a:lvl4pPr marL="1101760" indent="0">
              <a:buNone/>
              <a:defRPr sz="1688"/>
            </a:lvl4pPr>
            <a:lvl5pPr marL="1469013" indent="0">
              <a:buNone/>
              <a:defRPr sz="1688"/>
            </a:lvl5pPr>
            <a:lvl6pPr marL="1836267" indent="0">
              <a:buNone/>
              <a:defRPr sz="1688"/>
            </a:lvl6pPr>
            <a:lvl7pPr marL="2203521" indent="0">
              <a:buNone/>
              <a:defRPr sz="1688"/>
            </a:lvl7pPr>
            <a:lvl8pPr marL="2570771" indent="0">
              <a:buNone/>
              <a:defRPr sz="1688"/>
            </a:lvl8pPr>
            <a:lvl9pPr marL="2938025" indent="0">
              <a:buNone/>
              <a:defRPr sz="1688"/>
            </a:lvl9pPr>
          </a:lstStyle>
          <a:p>
            <a:endParaRPr lang="uk-UA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1792289" y="4025504"/>
            <a:ext cx="5486400" cy="603646"/>
          </a:xfrm>
        </p:spPr>
        <p:txBody>
          <a:bodyPr/>
          <a:lstStyle>
            <a:lvl1pPr marL="0" indent="0">
              <a:buNone/>
              <a:defRPr sz="1181"/>
            </a:lvl1pPr>
            <a:lvl2pPr marL="367252" indent="0">
              <a:buNone/>
              <a:defRPr sz="1013"/>
            </a:lvl2pPr>
            <a:lvl3pPr marL="734506" indent="0">
              <a:buNone/>
              <a:defRPr sz="844"/>
            </a:lvl3pPr>
            <a:lvl4pPr marL="1101760" indent="0">
              <a:buNone/>
              <a:defRPr sz="675"/>
            </a:lvl4pPr>
            <a:lvl5pPr marL="1469013" indent="0">
              <a:buNone/>
              <a:defRPr sz="675"/>
            </a:lvl5pPr>
            <a:lvl6pPr marL="1836267" indent="0">
              <a:buNone/>
              <a:defRPr sz="675"/>
            </a:lvl6pPr>
            <a:lvl7pPr marL="2203521" indent="0">
              <a:buNone/>
              <a:defRPr sz="675"/>
            </a:lvl7pPr>
            <a:lvl8pPr marL="2570771" indent="0">
              <a:buNone/>
              <a:defRPr sz="675"/>
            </a:lvl8pPr>
            <a:lvl9pPr marL="2938025" indent="0">
              <a:buNone/>
              <a:defRPr sz="675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4670A-5FF5-4C63-B69F-C1565701E53F}" type="slidenum">
              <a:rPr lang="ru-RU" smtClean="0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250AE-F35E-4F16-AAD4-CD2C99AA7A05}" type="slidenum">
              <a:rPr lang="ru-RU" smtClean="0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/>
          <p:cNvSpPr>
            <a:spLocks noGrp="1"/>
          </p:cNvSpPr>
          <p:nvPr>
            <p:ph type="title" orient="vert"/>
          </p:nvPr>
        </p:nvSpPr>
        <p:spPr>
          <a:xfrm>
            <a:off x="3314702" y="91678"/>
            <a:ext cx="1028701" cy="1950244"/>
          </a:xfrm>
        </p:spPr>
        <p:txBody>
          <a:bodyPr vert="eaVert"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>
          <a:xfrm>
            <a:off x="228603" y="91678"/>
            <a:ext cx="2933700" cy="1950244"/>
          </a:xfrm>
        </p:spPr>
        <p:txBody>
          <a:bodyPr vert="eaVert"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F9619-55A5-4FEF-BD52-FABED6A3AAE3}" type="slidenum">
              <a:rPr lang="ru-RU" smtClean="0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43527" tIns="21763" rIns="43527" bIns="21763" rtlCol="0" anchor="ctr">
            <a:normAutofit/>
          </a:bodyPr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43527" tIns="21763" rIns="43527" bIns="21763" rtlCol="0">
            <a:normAutofit/>
          </a:bodyPr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43527" tIns="21763" rIns="43527" bIns="21763" rtlCol="0" anchor="ctr"/>
          <a:lstStyle>
            <a:lvl1pPr algn="l">
              <a:defRPr sz="101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3"/>
          </p:nvPr>
        </p:nvSpPr>
        <p:spPr>
          <a:xfrm>
            <a:off x="3124201" y="4767264"/>
            <a:ext cx="2895601" cy="273844"/>
          </a:xfrm>
          <a:prstGeom prst="rect">
            <a:avLst/>
          </a:prstGeom>
        </p:spPr>
        <p:txBody>
          <a:bodyPr vert="horz" lIns="43527" tIns="21763" rIns="43527" bIns="21763" rtlCol="0" anchor="ctr"/>
          <a:lstStyle>
            <a:lvl1pPr algn="ctr">
              <a:defRPr sz="101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43527" tIns="21763" rIns="43527" bIns="21763" rtlCol="0" anchor="ctr"/>
          <a:lstStyle>
            <a:lvl1pPr algn="r">
              <a:defRPr sz="101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4B11F-30C4-4DAF-A412-19FEE2BE8CBE}" type="slidenum">
              <a:rPr lang="ru-RU" smtClean="0"/>
              <a:pPr/>
              <a:t>‹№›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ctr" defTabSz="734506" rtl="0" eaLnBrk="1" latinLnBrk="0" hangingPunct="1">
        <a:spcBef>
          <a:spcPct val="0"/>
        </a:spcBef>
        <a:buNone/>
        <a:defRPr sz="35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5441" indent="-275441" algn="l" defTabSz="734506" rtl="0" eaLnBrk="1" latinLnBrk="0" hangingPunct="1">
        <a:spcBef>
          <a:spcPct val="20000"/>
        </a:spcBef>
        <a:buFont typeface="Arial" pitchFamily="34" charset="0"/>
        <a:buChar char="•"/>
        <a:defRPr sz="2531" kern="1200">
          <a:solidFill>
            <a:schemeClr val="tx1"/>
          </a:solidFill>
          <a:latin typeface="+mn-lt"/>
          <a:ea typeface="+mn-ea"/>
          <a:cs typeface="+mn-cs"/>
        </a:defRPr>
      </a:lvl1pPr>
      <a:lvl2pPr marL="596786" indent="-229534" algn="l" defTabSz="734506" rtl="0" eaLnBrk="1" latinLnBrk="0" hangingPunct="1">
        <a:spcBef>
          <a:spcPct val="20000"/>
        </a:spcBef>
        <a:buFont typeface="Arial" pitchFamily="34" charset="0"/>
        <a:buChar char="–"/>
        <a:defRPr sz="2194" kern="1200">
          <a:solidFill>
            <a:schemeClr val="tx1"/>
          </a:solidFill>
          <a:latin typeface="+mn-lt"/>
          <a:ea typeface="+mn-ea"/>
          <a:cs typeface="+mn-cs"/>
        </a:defRPr>
      </a:lvl2pPr>
      <a:lvl3pPr marL="918133" indent="-183627" algn="l" defTabSz="734506" rtl="0" eaLnBrk="1" latinLnBrk="0" hangingPunct="1">
        <a:spcBef>
          <a:spcPct val="20000"/>
        </a:spcBef>
        <a:buFont typeface="Arial" pitchFamily="34" charset="0"/>
        <a:buChar char="•"/>
        <a:defRPr sz="1856" kern="1200">
          <a:solidFill>
            <a:schemeClr val="tx1"/>
          </a:solidFill>
          <a:latin typeface="+mn-lt"/>
          <a:ea typeface="+mn-ea"/>
          <a:cs typeface="+mn-cs"/>
        </a:defRPr>
      </a:lvl3pPr>
      <a:lvl4pPr marL="1285386" indent="-183627" algn="l" defTabSz="734506" rtl="0" eaLnBrk="1" latinLnBrk="0" hangingPunct="1">
        <a:spcBef>
          <a:spcPct val="20000"/>
        </a:spcBef>
        <a:buFont typeface="Arial" pitchFamily="34" charset="0"/>
        <a:buChar char="–"/>
        <a:defRPr sz="1688" kern="1200">
          <a:solidFill>
            <a:schemeClr val="tx1"/>
          </a:solidFill>
          <a:latin typeface="+mn-lt"/>
          <a:ea typeface="+mn-ea"/>
          <a:cs typeface="+mn-cs"/>
        </a:defRPr>
      </a:lvl4pPr>
      <a:lvl5pPr marL="1652640" indent="-183627" algn="l" defTabSz="734506" rtl="0" eaLnBrk="1" latinLnBrk="0" hangingPunct="1">
        <a:spcBef>
          <a:spcPct val="20000"/>
        </a:spcBef>
        <a:buFont typeface="Arial" pitchFamily="34" charset="0"/>
        <a:buChar char="»"/>
        <a:defRPr sz="1688" kern="1200">
          <a:solidFill>
            <a:schemeClr val="tx1"/>
          </a:solidFill>
          <a:latin typeface="+mn-lt"/>
          <a:ea typeface="+mn-ea"/>
          <a:cs typeface="+mn-cs"/>
        </a:defRPr>
      </a:lvl5pPr>
      <a:lvl6pPr marL="2019892" indent="-183627" algn="l" defTabSz="734506" rtl="0" eaLnBrk="1" latinLnBrk="0" hangingPunct="1">
        <a:spcBef>
          <a:spcPct val="20000"/>
        </a:spcBef>
        <a:buFont typeface="Arial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6pPr>
      <a:lvl7pPr marL="2387146" indent="-183627" algn="l" defTabSz="734506" rtl="0" eaLnBrk="1" latinLnBrk="0" hangingPunct="1">
        <a:spcBef>
          <a:spcPct val="20000"/>
        </a:spcBef>
        <a:buFont typeface="Arial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7pPr>
      <a:lvl8pPr marL="2754400" indent="-183627" algn="l" defTabSz="734506" rtl="0" eaLnBrk="1" latinLnBrk="0" hangingPunct="1">
        <a:spcBef>
          <a:spcPct val="20000"/>
        </a:spcBef>
        <a:buFont typeface="Arial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8pPr>
      <a:lvl9pPr marL="3121652" indent="-183627" algn="l" defTabSz="734506" rtl="0" eaLnBrk="1" latinLnBrk="0" hangingPunct="1">
        <a:spcBef>
          <a:spcPct val="20000"/>
        </a:spcBef>
        <a:buFont typeface="Arial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734506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1pPr>
      <a:lvl2pPr marL="367252" algn="l" defTabSz="734506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2pPr>
      <a:lvl3pPr marL="734506" algn="l" defTabSz="734506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3pPr>
      <a:lvl4pPr marL="1101760" algn="l" defTabSz="734506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4pPr>
      <a:lvl5pPr marL="1469013" algn="l" defTabSz="734506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5pPr>
      <a:lvl6pPr marL="1836267" algn="l" defTabSz="734506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6pPr>
      <a:lvl7pPr marL="2203521" algn="l" defTabSz="734506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7pPr>
      <a:lvl8pPr marL="2570771" algn="l" defTabSz="734506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8pPr>
      <a:lvl9pPr marL="2938025" algn="l" defTabSz="734506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450502" y="257175"/>
            <a:ext cx="8251031" cy="4629150"/>
          </a:xfrm>
          <a:prstGeom prst="rect">
            <a:avLst/>
          </a:prstGeom>
          <a:noFill/>
          <a:ln w="76200">
            <a:solidFill>
              <a:srgbClr val="FFFF66"/>
            </a:solidFill>
            <a:miter lim="800000"/>
            <a:headEnd/>
            <a:tailEnd/>
          </a:ln>
          <a:effectLst/>
        </p:spPr>
        <p:txBody>
          <a:bodyPr wrap="none" lIns="154276" tIns="77137" rIns="154276" bIns="77137" anchor="ctr"/>
          <a:lstStyle/>
          <a:p>
            <a:endParaRPr lang="uk-UA" sz="6834"/>
          </a:p>
        </p:txBody>
      </p:sp>
      <p:pic>
        <p:nvPicPr>
          <p:cNvPr id="2056" name="Picture 8" descr="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23630" y="1323380"/>
            <a:ext cx="2496741" cy="2496741"/>
          </a:xfrm>
          <a:prstGeom prst="rect">
            <a:avLst/>
          </a:prstGeom>
          <a:ln w="228600" cap="sq" cmpd="thickThin">
            <a:noFill/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6B6C45EC-B474-3A07-4062-926295FF4A01}"/>
              </a:ext>
            </a:extLst>
          </p:cNvPr>
          <p:cNvSpPr/>
          <p:nvPr/>
        </p:nvSpPr>
        <p:spPr>
          <a:xfrm>
            <a:off x="906123" y="277617"/>
            <a:ext cx="733175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uk-UA" sz="5400" b="1" kern="10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"/>
                <a:cs typeface="Arial"/>
              </a:rPr>
              <a:t>Чемпіонат з футзалу</a:t>
            </a:r>
            <a:endParaRPr lang="uk-UA" sz="5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3" name="Прямокутник 2">
            <a:extLst>
              <a:ext uri="{FF2B5EF4-FFF2-40B4-BE49-F238E27FC236}">
                <a16:creationId xmlns:a16="http://schemas.microsoft.com/office/drawing/2014/main" id="{BEE3D14B-0287-C7EA-42D6-F6DE88F02ACE}"/>
              </a:ext>
            </a:extLst>
          </p:cNvPr>
          <p:cNvSpPr/>
          <p:nvPr/>
        </p:nvSpPr>
        <p:spPr>
          <a:xfrm>
            <a:off x="2618161" y="4030057"/>
            <a:ext cx="390767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uk-UA" sz="3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+mj-lt"/>
              </a:rPr>
              <a:t>серед 5-х класів</a:t>
            </a:r>
            <a:endParaRPr lang="uk-UA" sz="3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+mj-lt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4" name="AutoShape 12"/>
          <p:cNvSpPr>
            <a:spLocks noChangeArrowheads="1"/>
          </p:cNvSpPr>
          <p:nvPr/>
        </p:nvSpPr>
        <p:spPr bwMode="auto">
          <a:xfrm>
            <a:off x="971550" y="1152404"/>
            <a:ext cx="771525" cy="3476746"/>
          </a:xfrm>
          <a:prstGeom prst="moon">
            <a:avLst>
              <a:gd name="adj" fmla="val 50000"/>
            </a:avLst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lIns="154276" tIns="77137" rIns="154276" bIns="77137" anchor="ctr"/>
          <a:lstStyle/>
          <a:p>
            <a:endParaRPr lang="uk-UA" sz="6834"/>
          </a:p>
        </p:txBody>
      </p:sp>
      <p:sp>
        <p:nvSpPr>
          <p:cNvPr id="3085" name="AutoShape 13"/>
          <p:cNvSpPr>
            <a:spLocks noChangeArrowheads="1"/>
          </p:cNvSpPr>
          <p:nvPr/>
        </p:nvSpPr>
        <p:spPr bwMode="auto">
          <a:xfrm flipH="1">
            <a:off x="7400925" y="1152404"/>
            <a:ext cx="771525" cy="3474900"/>
          </a:xfrm>
          <a:prstGeom prst="moon">
            <a:avLst>
              <a:gd name="adj" fmla="val 50000"/>
            </a:avLst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lIns="154276" tIns="77137" rIns="154276" bIns="77137" anchor="ctr"/>
          <a:lstStyle/>
          <a:p>
            <a:endParaRPr lang="uk-UA" sz="6834"/>
          </a:p>
        </p:txBody>
      </p:sp>
      <p:sp>
        <p:nvSpPr>
          <p:cNvPr id="10" name="Прямокутник 9"/>
          <p:cNvSpPr/>
          <p:nvPr/>
        </p:nvSpPr>
        <p:spPr>
          <a:xfrm>
            <a:off x="1613396" y="5"/>
            <a:ext cx="6034408" cy="986810"/>
          </a:xfrm>
          <a:prstGeom prst="rect">
            <a:avLst/>
          </a:prstGeom>
          <a:noFill/>
        </p:spPr>
        <p:txBody>
          <a:bodyPr wrap="none" lIns="154305" tIns="77153" rIns="154305" bIns="77153">
            <a:spAutoFit/>
          </a:bodyPr>
          <a:lstStyle/>
          <a:p>
            <a:pPr algn="ctr"/>
            <a:r>
              <a:rPr lang="uk-UA" sz="5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Результати матчів</a:t>
            </a:r>
          </a:p>
        </p:txBody>
      </p:sp>
      <p:sp>
        <p:nvSpPr>
          <p:cNvPr id="6" name="Блок-схема: рішення 5"/>
          <p:cNvSpPr/>
          <p:nvPr/>
        </p:nvSpPr>
        <p:spPr>
          <a:xfrm>
            <a:off x="3857052" y="1491268"/>
            <a:ext cx="3159000" cy="904546"/>
          </a:xfrm>
          <a:prstGeom prst="flowChartDecisio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uk-UA" sz="2363" b="1" dirty="0">
                <a:solidFill>
                  <a:schemeClr val="tx1"/>
                </a:solidFill>
              </a:rPr>
              <a:t>5А</a:t>
            </a:r>
            <a:r>
              <a:rPr lang="uk-UA" sz="2363" dirty="0">
                <a:solidFill>
                  <a:schemeClr val="tx1"/>
                </a:solidFill>
              </a:rPr>
              <a:t> – 5Б 3:0</a:t>
            </a:r>
          </a:p>
        </p:txBody>
      </p:sp>
      <p:sp>
        <p:nvSpPr>
          <p:cNvPr id="7" name="Блок-схема: рішення 6"/>
          <p:cNvSpPr/>
          <p:nvPr/>
        </p:nvSpPr>
        <p:spPr>
          <a:xfrm>
            <a:off x="1861553" y="2490349"/>
            <a:ext cx="3159000" cy="904546"/>
          </a:xfrm>
          <a:prstGeom prst="flowChartDecisio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uk-UA" sz="2363" b="1" dirty="0">
                <a:solidFill>
                  <a:schemeClr val="tx1"/>
                </a:solidFill>
              </a:rPr>
              <a:t>5А</a:t>
            </a:r>
            <a:r>
              <a:rPr lang="uk-UA" sz="2363" dirty="0">
                <a:solidFill>
                  <a:schemeClr val="tx1"/>
                </a:solidFill>
              </a:rPr>
              <a:t> – 5В 2:1</a:t>
            </a:r>
          </a:p>
        </p:txBody>
      </p:sp>
      <p:sp>
        <p:nvSpPr>
          <p:cNvPr id="8" name="Блок-схема: рішення 7"/>
          <p:cNvSpPr/>
          <p:nvPr/>
        </p:nvSpPr>
        <p:spPr>
          <a:xfrm>
            <a:off x="3857052" y="3489430"/>
            <a:ext cx="3159000" cy="904546"/>
          </a:xfrm>
          <a:prstGeom prst="flowChartDecisio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uk-UA" sz="2363" b="1" dirty="0">
                <a:solidFill>
                  <a:schemeClr val="tx1"/>
                </a:solidFill>
              </a:rPr>
              <a:t>5Б</a:t>
            </a:r>
            <a:r>
              <a:rPr lang="uk-UA" sz="2363" dirty="0">
                <a:solidFill>
                  <a:schemeClr val="tx1"/>
                </a:solidFill>
              </a:rPr>
              <a:t> – 5В 2:4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 Box 4" descr="Белый мрамор"/>
          <p:cNvSpPr txBox="1">
            <a:spLocks noChangeArrowheads="1"/>
          </p:cNvSpPr>
          <p:nvPr/>
        </p:nvSpPr>
        <p:spPr bwMode="auto">
          <a:xfrm>
            <a:off x="3733739" y="2379682"/>
            <a:ext cx="2378869" cy="35975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73452" tIns="36725" rIns="73452" bIns="36725">
            <a:spAutoFit/>
          </a:bodyPr>
          <a:lstStyle/>
          <a:p>
            <a:pPr algn="ctr" defTabSz="733882">
              <a:spcBef>
                <a:spcPct val="50000"/>
              </a:spcBef>
            </a:pPr>
            <a:r>
              <a:rPr lang="uk-UA" sz="1856" b="1" dirty="0"/>
              <a:t>5 А</a:t>
            </a:r>
            <a:endParaRPr lang="ru-RU" sz="1856" b="1" dirty="0"/>
          </a:p>
        </p:txBody>
      </p:sp>
      <p:sp>
        <p:nvSpPr>
          <p:cNvPr id="4101" name="Text Box 5" descr="Папірус"/>
          <p:cNvSpPr txBox="1">
            <a:spLocks noChangeArrowheads="1"/>
          </p:cNvSpPr>
          <p:nvPr/>
        </p:nvSpPr>
        <p:spPr bwMode="auto">
          <a:xfrm>
            <a:off x="1765863" y="3326997"/>
            <a:ext cx="2378869" cy="35975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73452" tIns="36725" rIns="73452" bIns="36725">
            <a:spAutoFit/>
          </a:bodyPr>
          <a:lstStyle/>
          <a:p>
            <a:pPr algn="ctr" defTabSz="733882">
              <a:spcBef>
                <a:spcPct val="50000"/>
              </a:spcBef>
            </a:pPr>
            <a:r>
              <a:rPr lang="uk-UA" sz="1856" b="1" dirty="0"/>
              <a:t>5 В</a:t>
            </a:r>
            <a:endParaRPr lang="ru-RU" sz="1856" b="1" dirty="0"/>
          </a:p>
        </p:txBody>
      </p:sp>
      <p:sp>
        <p:nvSpPr>
          <p:cNvPr id="4102" name="Text Box 6" descr="Полотно"/>
          <p:cNvSpPr txBox="1">
            <a:spLocks noChangeArrowheads="1"/>
          </p:cNvSpPr>
          <p:nvPr/>
        </p:nvSpPr>
        <p:spPr bwMode="auto">
          <a:xfrm>
            <a:off x="5643021" y="3707878"/>
            <a:ext cx="2378869" cy="35975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73452" tIns="36725" rIns="73452" bIns="36725">
            <a:spAutoFit/>
          </a:bodyPr>
          <a:lstStyle/>
          <a:p>
            <a:pPr algn="ctr" defTabSz="733882">
              <a:spcBef>
                <a:spcPct val="50000"/>
              </a:spcBef>
            </a:pPr>
            <a:r>
              <a:rPr lang="uk-UA" sz="1856" b="1" dirty="0"/>
              <a:t>5 Б</a:t>
            </a:r>
            <a:endParaRPr lang="ru-RU" sz="1856" b="1" dirty="0"/>
          </a:p>
        </p:txBody>
      </p:sp>
      <p:sp>
        <p:nvSpPr>
          <p:cNvPr id="4113" name="AutoShape 17"/>
          <p:cNvSpPr>
            <a:spLocks noChangeArrowheads="1"/>
          </p:cNvSpPr>
          <p:nvPr/>
        </p:nvSpPr>
        <p:spPr bwMode="auto">
          <a:xfrm>
            <a:off x="7143750" y="257175"/>
            <a:ext cx="900113" cy="900113"/>
          </a:xfrm>
          <a:prstGeom prst="star5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154276" tIns="77137" rIns="154276" bIns="77137" anchor="ctr"/>
          <a:lstStyle/>
          <a:p>
            <a:pPr algn="ctr"/>
            <a:endParaRPr lang="uk-UA" sz="6834">
              <a:solidFill>
                <a:srgbClr val="FF0000"/>
              </a:solidFill>
            </a:endParaRPr>
          </a:p>
        </p:txBody>
      </p:sp>
      <p:pic>
        <p:nvPicPr>
          <p:cNvPr id="4119" name="Picture 23" descr="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28569" y="2165370"/>
            <a:ext cx="849214" cy="849214"/>
          </a:xfrm>
          <a:prstGeom prst="rect">
            <a:avLst/>
          </a:prstGeom>
          <a:noFill/>
        </p:spPr>
      </p:pic>
      <p:pic>
        <p:nvPicPr>
          <p:cNvPr id="4124" name="Picture 28" descr="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21397" y="3313604"/>
            <a:ext cx="972444" cy="340220"/>
          </a:xfrm>
          <a:prstGeom prst="rect">
            <a:avLst/>
          </a:prstGeom>
          <a:noFill/>
        </p:spPr>
      </p:pic>
      <p:pic>
        <p:nvPicPr>
          <p:cNvPr id="4125" name="Picture 29" descr="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141486" y="3593025"/>
            <a:ext cx="849212" cy="525066"/>
          </a:xfrm>
          <a:prstGeom prst="rect">
            <a:avLst/>
          </a:prstGeom>
          <a:noFill/>
        </p:spPr>
      </p:pic>
      <p:sp>
        <p:nvSpPr>
          <p:cNvPr id="14" name="Прямокутник 13"/>
          <p:cNvSpPr/>
          <p:nvPr/>
        </p:nvSpPr>
        <p:spPr>
          <a:xfrm rot="20430341">
            <a:off x="814713" y="771617"/>
            <a:ext cx="4647746" cy="986810"/>
          </a:xfrm>
          <a:prstGeom prst="rect">
            <a:avLst/>
          </a:prstGeom>
          <a:noFill/>
        </p:spPr>
        <p:txBody>
          <a:bodyPr wrap="none" lIns="154305" tIns="77153" rIns="154305" bIns="77153">
            <a:spAutoFit/>
          </a:bodyPr>
          <a:lstStyle/>
          <a:p>
            <a:pPr algn="ctr"/>
            <a:r>
              <a:rPr lang="uk-UA" sz="5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Зайняті місця</a:t>
            </a:r>
          </a:p>
        </p:txBody>
      </p:sp>
      <p:sp>
        <p:nvSpPr>
          <p:cNvPr id="15" name="Циліндр 14"/>
          <p:cNvSpPr/>
          <p:nvPr/>
        </p:nvSpPr>
        <p:spPr>
          <a:xfrm>
            <a:off x="4347382" y="2793116"/>
            <a:ext cx="1025443" cy="2350384"/>
          </a:xfrm>
          <a:prstGeom prst="can">
            <a:avLst>
              <a:gd name="adj" fmla="val 46905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6834" dirty="0"/>
              <a:t>1</a:t>
            </a:r>
          </a:p>
        </p:txBody>
      </p:sp>
      <p:sp>
        <p:nvSpPr>
          <p:cNvPr id="16" name="Циліндр 15"/>
          <p:cNvSpPr/>
          <p:nvPr/>
        </p:nvSpPr>
        <p:spPr>
          <a:xfrm>
            <a:off x="2397410" y="3740431"/>
            <a:ext cx="1025443" cy="1403069"/>
          </a:xfrm>
          <a:prstGeom prst="can">
            <a:avLst>
              <a:gd name="adj" fmla="val 46905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6834" dirty="0"/>
              <a:t>2</a:t>
            </a:r>
          </a:p>
        </p:txBody>
      </p:sp>
      <p:sp>
        <p:nvSpPr>
          <p:cNvPr id="18" name="Циліндр 17"/>
          <p:cNvSpPr/>
          <p:nvPr/>
        </p:nvSpPr>
        <p:spPr>
          <a:xfrm>
            <a:off x="6333163" y="4131084"/>
            <a:ext cx="1025443" cy="1012424"/>
          </a:xfrm>
          <a:prstGeom prst="can">
            <a:avLst>
              <a:gd name="adj" fmla="val 46905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6834"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1" name="AutoShape 13"/>
          <p:cNvSpPr>
            <a:spLocks noChangeArrowheads="1"/>
          </p:cNvSpPr>
          <p:nvPr/>
        </p:nvSpPr>
        <p:spPr bwMode="auto">
          <a:xfrm>
            <a:off x="2696494" y="1401742"/>
            <a:ext cx="3751012" cy="3214688"/>
          </a:xfrm>
          <a:prstGeom prst="verticalScroll">
            <a:avLst>
              <a:gd name="adj" fmla="val 12500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lIns="154276" tIns="77137" rIns="154276" bIns="77137" anchor="ctr"/>
          <a:lstStyle/>
          <a:p>
            <a:pPr>
              <a:spcBef>
                <a:spcPts val="0"/>
              </a:spcBef>
            </a:pPr>
            <a:endParaRPr lang="uk-UA" sz="3038" b="1" i="1" u="sng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578644" indent="-578644">
              <a:spcBef>
                <a:spcPts val="0"/>
              </a:spcBef>
              <a:buAutoNum type="arabicPeriod"/>
            </a:pPr>
            <a:r>
              <a:rPr lang="uk-UA" sz="3038" b="1" dirty="0"/>
              <a:t>Скат</a:t>
            </a:r>
            <a:r>
              <a:rPr lang="en-US" sz="3038" b="1" dirty="0"/>
              <a:t> (</a:t>
            </a:r>
            <a:r>
              <a:rPr lang="uk-UA" sz="3038" b="1" dirty="0"/>
              <a:t>к)</a:t>
            </a:r>
          </a:p>
          <a:p>
            <a:pPr marL="578644" indent="-578644">
              <a:spcBef>
                <a:spcPts val="0"/>
              </a:spcBef>
              <a:buAutoNum type="arabicPeriod"/>
            </a:pPr>
            <a:r>
              <a:rPr lang="uk-UA" sz="3038" dirty="0"/>
              <a:t>Акула</a:t>
            </a:r>
            <a:endParaRPr lang="en-US" sz="3038" dirty="0"/>
          </a:p>
          <a:p>
            <a:pPr marL="578644" indent="-578644">
              <a:spcBef>
                <a:spcPts val="0"/>
              </a:spcBef>
              <a:buAutoNum type="arabicPeriod"/>
            </a:pPr>
            <a:r>
              <a:rPr lang="uk-UA" sz="3038" dirty="0"/>
              <a:t>Кит</a:t>
            </a:r>
            <a:endParaRPr lang="en-US" sz="3038" dirty="0"/>
          </a:p>
          <a:p>
            <a:pPr marL="578644" indent="-578644">
              <a:spcBef>
                <a:spcPts val="0"/>
              </a:spcBef>
              <a:buAutoNum type="arabicPeriod"/>
            </a:pPr>
            <a:r>
              <a:rPr lang="uk-UA" sz="3038" dirty="0"/>
              <a:t>Морж</a:t>
            </a:r>
            <a:endParaRPr lang="en-US" sz="3038" dirty="0"/>
          </a:p>
          <a:p>
            <a:pPr marL="578644" indent="-578644">
              <a:spcBef>
                <a:spcPts val="0"/>
              </a:spcBef>
              <a:buAutoNum type="arabicPeriod"/>
            </a:pPr>
            <a:r>
              <a:rPr lang="uk-UA" sz="3038" dirty="0"/>
              <a:t>Дельфін</a:t>
            </a:r>
            <a:endParaRPr lang="ru-RU" sz="3038" dirty="0"/>
          </a:p>
          <a:p>
            <a:pPr>
              <a:spcBef>
                <a:spcPts val="0"/>
              </a:spcBef>
            </a:pPr>
            <a:endParaRPr lang="uk-UA" sz="3038" dirty="0">
              <a:solidFill>
                <a:schemeClr val="bg1"/>
              </a:solidFill>
            </a:endParaRPr>
          </a:p>
        </p:txBody>
      </p:sp>
      <p:sp>
        <p:nvSpPr>
          <p:cNvPr id="7178" name="WordArt 10"/>
          <p:cNvSpPr>
            <a:spLocks noChangeArrowheads="1" noChangeShapeType="1" noTextEdit="1"/>
          </p:cNvSpPr>
          <p:nvPr/>
        </p:nvSpPr>
        <p:spPr bwMode="auto">
          <a:xfrm rot="5400000">
            <a:off x="177695" y="2438480"/>
            <a:ext cx="2443163" cy="1141214"/>
          </a:xfrm>
          <a:prstGeom prst="rect">
            <a:avLst/>
          </a:prstGeom>
        </p:spPr>
        <p:txBody>
          <a:bodyPr vert="wordArtVert" wrap="none" lIns="154276" tIns="77137" rIns="154276" bIns="77137" numCol="1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auto"/>
            <a:r>
              <a:rPr lang="uk-UA" sz="7425" b="1" kern="10" dirty="0">
                <a:ln w="18000">
                  <a:solidFill>
                    <a:schemeClr val="bg1">
                      <a:lumMod val="95000"/>
                      <a:lumOff val="5000"/>
                    </a:schemeClr>
                  </a:solidFill>
                  <a:prstDash val="solid"/>
                  <a:miter lim="800000"/>
                </a:ln>
                <a:solidFill>
                  <a:schemeClr val="accent6">
                    <a:lumMod val="75000"/>
                  </a:schemeClr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Impact"/>
              </a:rPr>
              <a:t>5А</a:t>
            </a:r>
          </a:p>
        </p:txBody>
      </p:sp>
      <p:pic>
        <p:nvPicPr>
          <p:cNvPr id="7345" name="Picture 177" descr="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73217" y="2093251"/>
            <a:ext cx="2137767" cy="1958281"/>
          </a:xfrm>
          <a:prstGeom prst="rect">
            <a:avLst/>
          </a:prstGeom>
          <a:noFill/>
        </p:spPr>
      </p:pic>
      <p:sp>
        <p:nvSpPr>
          <p:cNvPr id="13" name="Прямокутник 12"/>
          <p:cNvSpPr/>
          <p:nvPr/>
        </p:nvSpPr>
        <p:spPr>
          <a:xfrm>
            <a:off x="2319460" y="33665"/>
            <a:ext cx="4505079" cy="986810"/>
          </a:xfrm>
          <a:prstGeom prst="rect">
            <a:avLst/>
          </a:prstGeom>
          <a:noFill/>
        </p:spPr>
        <p:txBody>
          <a:bodyPr wrap="none" lIns="154305" tIns="77153" rIns="154305" bIns="77153">
            <a:spAutoFit/>
          </a:bodyPr>
          <a:lstStyle/>
          <a:p>
            <a:pPr algn="ctr"/>
            <a:r>
              <a:rPr lang="uk-UA" sz="5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Кращі гравці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6" name="Text Box 12"/>
          <p:cNvSpPr txBox="1">
            <a:spLocks noChangeArrowheads="1"/>
          </p:cNvSpPr>
          <p:nvPr/>
        </p:nvSpPr>
        <p:spPr bwMode="auto">
          <a:xfrm>
            <a:off x="446" y="4624159"/>
            <a:ext cx="9143108" cy="51940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154276" tIns="77137" rIns="154276" bIns="77137">
            <a:spAutoFit/>
          </a:bodyPr>
          <a:lstStyle/>
          <a:p>
            <a:r>
              <a:rPr lang="uk-UA" sz="2363" b="1" dirty="0">
                <a:solidFill>
                  <a:sysClr val="windowText" lastClr="000000"/>
                </a:solidFill>
              </a:rPr>
              <a:t>ПІРАМІДА</a:t>
            </a:r>
            <a:r>
              <a:rPr lang="en-US" sz="2363" b="1" dirty="0">
                <a:solidFill>
                  <a:sysClr val="windowText" lastClr="000000"/>
                </a:solidFill>
              </a:rPr>
              <a:t>		       	</a:t>
            </a:r>
            <a:r>
              <a:rPr lang="en-US" sz="2363" dirty="0">
                <a:solidFill>
                  <a:sysClr val="windowText" lastClr="000000"/>
                </a:solidFill>
              </a:rPr>
              <a:t>        	                              </a:t>
            </a:r>
            <a:r>
              <a:rPr lang="uk-UA" sz="2363" dirty="0">
                <a:solidFill>
                  <a:sysClr val="windowText" lastClr="000000"/>
                </a:solidFill>
              </a:rPr>
              <a:t>(097) 314-15-34</a:t>
            </a:r>
            <a:endParaRPr lang="ru-RU" sz="2363" dirty="0">
              <a:solidFill>
                <a:sysClr val="windowText" lastClr="000000"/>
              </a:solidFill>
            </a:endParaRPr>
          </a:p>
        </p:txBody>
      </p:sp>
      <p:sp>
        <p:nvSpPr>
          <p:cNvPr id="11" name="Прямокутник 10"/>
          <p:cNvSpPr/>
          <p:nvPr/>
        </p:nvSpPr>
        <p:spPr>
          <a:xfrm>
            <a:off x="714375" y="0"/>
            <a:ext cx="7715250" cy="832921"/>
          </a:xfrm>
          <a:prstGeom prst="rect">
            <a:avLst/>
          </a:prstGeom>
          <a:noFill/>
        </p:spPr>
        <p:txBody>
          <a:bodyPr wrap="square" lIns="154305" tIns="77153" rIns="154305" bIns="77153">
            <a:spAutoFit/>
          </a:bodyPr>
          <a:lstStyle/>
          <a:p>
            <a:pPr algn="ctr"/>
            <a:r>
              <a:rPr lang="uk-UA" sz="4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Організація турнірів з футзалу</a:t>
            </a:r>
            <a:endParaRPr lang="uk-UA" sz="6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4" name="AutoShape 12"/>
          <p:cNvSpPr>
            <a:spLocks noChangeArrowheads="1"/>
          </p:cNvSpPr>
          <p:nvPr/>
        </p:nvSpPr>
        <p:spPr bwMode="auto">
          <a:xfrm>
            <a:off x="971550" y="1152404"/>
            <a:ext cx="771525" cy="3476746"/>
          </a:xfrm>
          <a:prstGeom prst="moon">
            <a:avLst>
              <a:gd name="adj" fmla="val 50000"/>
            </a:avLst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lIns="154276" tIns="77137" rIns="154276" bIns="77137" anchor="ctr"/>
          <a:lstStyle/>
          <a:p>
            <a:endParaRPr lang="uk-UA" sz="6834"/>
          </a:p>
        </p:txBody>
      </p:sp>
      <p:sp>
        <p:nvSpPr>
          <p:cNvPr id="3085" name="AutoShape 13"/>
          <p:cNvSpPr>
            <a:spLocks noChangeArrowheads="1"/>
          </p:cNvSpPr>
          <p:nvPr/>
        </p:nvSpPr>
        <p:spPr bwMode="auto">
          <a:xfrm flipH="1">
            <a:off x="7400925" y="1152404"/>
            <a:ext cx="771525" cy="3474900"/>
          </a:xfrm>
          <a:prstGeom prst="moon">
            <a:avLst>
              <a:gd name="adj" fmla="val 50000"/>
            </a:avLst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lIns="154276" tIns="77137" rIns="154276" bIns="77137" anchor="ctr"/>
          <a:lstStyle/>
          <a:p>
            <a:endParaRPr lang="uk-UA" sz="6834"/>
          </a:p>
        </p:txBody>
      </p:sp>
      <p:sp>
        <p:nvSpPr>
          <p:cNvPr id="10" name="Прямокутник 9"/>
          <p:cNvSpPr/>
          <p:nvPr/>
        </p:nvSpPr>
        <p:spPr>
          <a:xfrm>
            <a:off x="1554796" y="-56100"/>
            <a:ext cx="6034408" cy="986810"/>
          </a:xfrm>
          <a:prstGeom prst="rect">
            <a:avLst/>
          </a:prstGeom>
          <a:noFill/>
        </p:spPr>
        <p:txBody>
          <a:bodyPr wrap="none" lIns="154305" tIns="77153" rIns="154305" bIns="77153">
            <a:spAutoFit/>
          </a:bodyPr>
          <a:lstStyle/>
          <a:p>
            <a:pPr algn="ctr"/>
            <a:r>
              <a:rPr lang="uk-UA" sz="5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Результати матчів</a:t>
            </a:r>
          </a:p>
        </p:txBody>
      </p:sp>
      <p:graphicFrame>
        <p:nvGraphicFramePr>
          <p:cNvPr id="11" name="Схема 10"/>
          <p:cNvGraphicFramePr/>
          <p:nvPr>
            <p:extLst>
              <p:ext uri="{D42A27DB-BD31-4B8C-83A1-F6EECF244321}">
                <p14:modId xmlns:p14="http://schemas.microsoft.com/office/powerpoint/2010/main" val="2067482302"/>
              </p:ext>
            </p:extLst>
          </p:nvPr>
        </p:nvGraphicFramePr>
        <p:xfrm>
          <a:off x="2000250" y="1277195"/>
          <a:ext cx="5143500" cy="3429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</p:sld>
</file>

<file path=ppt/theme/theme1.xml><?xml version="1.0" encoding="utf-8"?>
<a:theme xmlns:a="http://schemas.openxmlformats.org/drawingml/2006/main" name="Тема Office">
  <a:themeElements>
    <a:clrScheme name="Стандартна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Класична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Стандартн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Стандартна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78</Words>
  <Application>Microsoft Office PowerPoint</Application>
  <PresentationFormat>Екран (16:9)</PresentationFormat>
  <Paragraphs>33</Paragraphs>
  <Slides>6</Slides>
  <Notes>6</Notes>
  <HiddenSlides>1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6</vt:i4>
      </vt:variant>
    </vt:vector>
  </HeadingPairs>
  <TitlesOfParts>
    <vt:vector size="11" baseType="lpstr">
      <vt:lpstr>Arial</vt:lpstr>
      <vt:lpstr>Calibri</vt:lpstr>
      <vt:lpstr>Impact</vt:lpstr>
      <vt:lpstr>Times New Roman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Teacher</dc:creator>
  <cp:lastModifiedBy>Teacher</cp:lastModifiedBy>
  <cp:revision>8</cp:revision>
  <dcterms:created xsi:type="dcterms:W3CDTF">2015-11-08T15:11:35Z</dcterms:created>
  <dcterms:modified xsi:type="dcterms:W3CDTF">2026-08-09T14:35:24Z</dcterms:modified>
</cp:coreProperties>
</file>