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8" autoAdjust="0"/>
    <p:restoredTop sz="94660"/>
  </p:normalViewPr>
  <p:slideViewPr>
    <p:cSldViewPr>
      <p:cViewPr varScale="1">
        <p:scale>
          <a:sx n="78" d="100"/>
          <a:sy n="78" d="100"/>
        </p:scale>
        <p:origin x="979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A40CD-D7B0-4DF6-ADDF-9BF9E0E80888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1DB6E-5738-4927-96DE-7F4FD027F9B8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uk-UA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Загадки про ….</a:t>
            </a:r>
            <a:endParaRPr lang="uk-UA" sz="5400" dirty="0"/>
          </a:p>
        </p:txBody>
      </p:sp>
    </p:spTree>
  </p:cSld>
  <p:clrMapOvr>
    <a:masterClrMapping/>
  </p:clrMapOvr>
  <p:transition spd="slow" advTm="1028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6400308" y="4520047"/>
            <a:ext cx="5328592" cy="1143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Біле, а не цукор, м’яке, а не вата, без ніг, а йде.</a:t>
            </a:r>
            <a:endParaRPr lang="uk-UA" sz="2000" dirty="0"/>
          </a:p>
        </p:txBody>
      </p:sp>
      <p:sp>
        <p:nvSpPr>
          <p:cNvPr id="1026" name="AutoShape 2" descr="Що таке сніг? Утворення снігу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 rot="943145">
            <a:off x="6259031" y="1027736"/>
            <a:ext cx="5611147" cy="1143000"/>
          </a:xfr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uk-UA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Сніг</a:t>
            </a:r>
          </a:p>
        </p:txBody>
      </p:sp>
      <p:pic>
        <p:nvPicPr>
          <p:cNvPr id="3" name="Picture 2" descr="C:\Users\stepler\Desktop\16911389905110f8c025155078b63629c8a72ed49d73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7448" y="3573016"/>
            <a:ext cx="4357008" cy="2899831"/>
          </a:xfrm>
          <a:prstGeom prst="rect">
            <a:avLst/>
          </a:prstGeom>
          <a:noFill/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1425953-8190-1A16-D9B8-007A158DD136}"/>
              </a:ext>
            </a:extLst>
          </p:cNvPr>
          <p:cNvSpPr/>
          <p:nvPr/>
        </p:nvSpPr>
        <p:spPr>
          <a:xfrm>
            <a:off x="551384" y="1932836"/>
            <a:ext cx="5266537" cy="1143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2000" dirty="0"/>
              <a:t>На дворі горою, а в хаті водою.</a:t>
            </a:r>
          </a:p>
        </p:txBody>
      </p:sp>
    </p:spTree>
    <p:custDataLst>
      <p:tags r:id="rId1"/>
    </p:custDataLst>
  </p:cSld>
  <p:clrMapOvr>
    <a:masterClrMapping/>
  </p:clrMapOvr>
  <p:transition spd="slow" advTm="10523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3.7|2.3"/>
</p:tagLst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</TotalTime>
  <Words>31</Words>
  <Application>Microsoft Office PowerPoint</Application>
  <PresentationFormat>Широкий екран</PresentationFormat>
  <Paragraphs>4</Paragraphs>
  <Slides>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5" baseType="lpstr">
      <vt:lpstr>Arial</vt:lpstr>
      <vt:lpstr>Calibri</vt:lpstr>
      <vt:lpstr>Тема Office</vt:lpstr>
      <vt:lpstr>Загадки про ….</vt:lpstr>
      <vt:lpstr>Сніг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Загадки про природу</dc:title>
  <dc:creator>stepler</dc:creator>
  <cp:lastModifiedBy>Teacher</cp:lastModifiedBy>
  <cp:revision>7</cp:revision>
  <dcterms:created xsi:type="dcterms:W3CDTF">2023-08-17T15:30:31Z</dcterms:created>
  <dcterms:modified xsi:type="dcterms:W3CDTF">2026-07-29T12:20:52Z</dcterms:modified>
</cp:coreProperties>
</file>