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619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264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050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66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68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10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410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419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654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913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391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4405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1503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685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2717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5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895FD-8A53-4235-802F-5D439AE7DE3C}" type="datetimeFigureOut">
              <a:rPr lang="uk-UA" smtClean="0"/>
              <a:t>03.08.2026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AE080A0-3E50-48BE-AD2D-AC3A3A4D19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49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38502-F3DB-2FEB-4621-B82375B2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290" y="0"/>
            <a:ext cx="8393419" cy="1595284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/>
              <a:t>Правителі </a:t>
            </a:r>
            <a:r>
              <a:rPr lang="uk-UA" sz="3600" dirty="0"/>
              <a:t>(гетьмани та князі)</a:t>
            </a:r>
            <a:r>
              <a:rPr lang="uk-UA" b="1" dirty="0"/>
              <a:t> </a:t>
            </a:r>
            <a:r>
              <a:rPr lang="uk-UA" dirty="0"/>
              <a:t>теперішньої України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8512F20-6B89-4FFD-1E90-D7AF262D9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00981"/>
            <a:ext cx="12192001" cy="5157019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4">
            <a:normAutofit lnSpcReduction="1000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uk-UA" b="1" dirty="0">
                <a:solidFill>
                  <a:srgbClr val="FF0000"/>
                </a:solidFill>
                <a:latin typeface="Consolas" panose="020B0609020204030204" pitchFamily="49" charset="0"/>
              </a:rPr>
              <a:t>ГЕТЬМАНИ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Дмитро Вишневецький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(Байда)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Петро Конашевич-Сагайдачний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Богдан Хмельницький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(1648–1657)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Іван Виговський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(1657–1659)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Юрій Хмельницький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(1659–1663,1677–1681)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Павло Тетеря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(1663–1665)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Іван Брюховецький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(1663–1668)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Петро Дорошенко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(1665–1676)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uk-UA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Дем'ян Многогрішний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(1668–1672)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Михайло Ханенко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(1669–1674)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Іван Самойлович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(1672–1687)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Іван Мазепа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(1687–1709)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Пилип Орлик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(1710–1742)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Іван Скоропадський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(1708–1722)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Павло Полуботок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(1722–1724)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Данило Апостол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(1727–1734)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Кирило Розумовський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(1750–1764)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solidFill>
                  <a:srgbClr val="0070C0"/>
                </a:solidFill>
                <a:latin typeface="Consolas" panose="020B0609020204030204" pitchFamily="49" charset="0"/>
              </a:rPr>
              <a:t>КНЯЗІ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Аскольд і Дір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(до 882)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Олег Віщий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(882–912)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Ігор Рюрикович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(912–945)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Ольга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(945–964)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Святослав Ігорович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(964–972)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Ярополк Святославич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(972–980)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Володимир Великий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(980–1015)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Святополк Окаянний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(1015–1019)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uk-UA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uk-UA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Ярослав Мудрий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(1019–1054)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Ізяслав Ярославич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(1054–1068,1069–1073,1077–1078)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Святослав Ярославич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(1073–1076)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Всеволод Ярославич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(1078–1093)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Святополк Ізяславич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(1093–1113)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Володимир Мономах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(1113–1125)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Мстислав Великий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(1125–1132)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uk-UA" dirty="0">
                <a:latin typeface="Consolas" panose="020B0609020204030204" pitchFamily="49" charset="0"/>
              </a:rPr>
              <a:t>Данило Галицький</a:t>
            </a:r>
          </a:p>
        </p:txBody>
      </p:sp>
    </p:spTree>
    <p:extLst>
      <p:ext uri="{BB962C8B-B14F-4D97-AF65-F5344CB8AC3E}">
        <p14:creationId xmlns:p14="http://schemas.microsoft.com/office/powerpoint/2010/main" val="242764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C445A-6E76-4397-4B19-1D20B60A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933" y="193950"/>
            <a:ext cx="4174558" cy="1280890"/>
          </a:xfrm>
        </p:spPr>
        <p:txBody>
          <a:bodyPr/>
          <a:lstStyle/>
          <a:p>
            <a:pPr algn="ctr"/>
            <a:r>
              <a:rPr lang="uk-UA" dirty="0"/>
              <a:t>Іван Виговський</a:t>
            </a:r>
            <a:br>
              <a:rPr lang="uk-UA" dirty="0"/>
            </a:br>
            <a:r>
              <a:rPr lang="uk-UA" dirty="0"/>
              <a:t>(1657 – 1659)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743B32-12DB-3173-D426-3AD0BAA9B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281" y="1651047"/>
            <a:ext cx="23812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Іван Остапович Виговський">
            <a:extLst>
              <a:ext uri="{FF2B5EF4-FFF2-40B4-BE49-F238E27FC236}">
                <a16:creationId xmlns:a16="http://schemas.microsoft.com/office/drawing/2014/main" id="{1EF83C83-6997-E3E7-CE58-091F93B24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587" y="1656736"/>
            <a:ext cx="238125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492602-C72B-0010-EFC1-461BAD7F8D48}"/>
              </a:ext>
            </a:extLst>
          </p:cNvPr>
          <p:cNvSpPr txBox="1"/>
          <p:nvPr/>
        </p:nvSpPr>
        <p:spPr>
          <a:xfrm>
            <a:off x="8478190" y="4596270"/>
            <a:ext cx="330943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/>
              <a:t>Герб Івана Виговського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80C1F-E1D2-E5F6-2724-1B0F01FDAB36}"/>
              </a:ext>
            </a:extLst>
          </p:cNvPr>
          <p:cNvSpPr txBox="1"/>
          <p:nvPr/>
        </p:nvSpPr>
        <p:spPr>
          <a:xfrm>
            <a:off x="1563000" y="5144729"/>
            <a:ext cx="6617439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noProof="0" dirty="0"/>
              <a:t>В особі Виговського Українська держава мала досвідченого політика, вмілого адміністратора та дипломата, хороброго й талановитого воєначальника.</a:t>
            </a:r>
          </a:p>
        </p:txBody>
      </p:sp>
    </p:spTree>
    <p:extLst>
      <p:ext uri="{BB962C8B-B14F-4D97-AF65-F5344CB8AC3E}">
        <p14:creationId xmlns:p14="http://schemas.microsoft.com/office/powerpoint/2010/main" val="2119943177"/>
      </p:ext>
    </p:extLst>
  </p:cSld>
  <p:clrMapOvr>
    <a:masterClrMapping/>
  </p:clrMapOvr>
</p:sld>
</file>

<file path=ppt/theme/theme1.xml><?xml version="1.0" encoding="utf-8"?>
<a:theme xmlns:a="http://schemas.openxmlformats.org/drawingml/2006/main" name="Віхоть">
  <a:themeElements>
    <a:clrScheme name="Віхоть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Віхоть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іхоть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200</Words>
  <Application>Microsoft Office PowerPoint</Application>
  <PresentationFormat>Широкий екран</PresentationFormat>
  <Paragraphs>73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Consolas</vt:lpstr>
      <vt:lpstr>Wingdings 3</vt:lpstr>
      <vt:lpstr>Віхоть</vt:lpstr>
      <vt:lpstr>Правителі (гетьмани та князі) теперішньої України</vt:lpstr>
      <vt:lpstr>Іван Виговський (1657 – 1659)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7</cp:revision>
  <dcterms:created xsi:type="dcterms:W3CDTF">2025-07-10T11:55:23Z</dcterms:created>
  <dcterms:modified xsi:type="dcterms:W3CDTF">2026-08-03T06:00:57Z</dcterms:modified>
</cp:coreProperties>
</file>