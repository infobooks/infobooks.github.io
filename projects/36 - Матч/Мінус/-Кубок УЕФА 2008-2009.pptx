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кутник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Прямокутник 11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Підзаголовок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uk-UA"/>
              <a:t>Зразок підзаголовка</a:t>
            </a:r>
            <a:endParaRPr kumimoji="0" lang="en-US"/>
          </a:p>
        </p:txBody>
      </p:sp>
      <p:sp>
        <p:nvSpPr>
          <p:cNvPr id="28" name="Місце для дати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10.08.2026</a:t>
            </a:fld>
            <a:endParaRPr lang="uk-UA"/>
          </a:p>
        </p:txBody>
      </p:sp>
      <p:sp>
        <p:nvSpPr>
          <p:cNvPr id="17" name="Місце для нижнього колонтитула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Пряма сполучна лінія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Прямокутник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3" name="Овал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4" name="Овал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Місце для номера слайда 28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10.08.2026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>
          <a:xfrm>
            <a:off x="5815584" y="1026373"/>
            <a:ext cx="609600" cy="441325"/>
          </a:xfrm>
        </p:spPr>
        <p:txBody>
          <a:bodyPr/>
          <a:lstStyle/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8" name="Місце для вмісту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кутник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5" name="Прямокутник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Прямокутник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13" name="Прямокутник 12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Прямокутник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10.08.2026</a:t>
            </a:fld>
            <a:endParaRPr lang="uk-UA"/>
          </a:p>
        </p:txBody>
      </p:sp>
      <p:sp>
        <p:nvSpPr>
          <p:cNvPr id="8" name="Пряма сполучна лінія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Овал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Овал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02841B16-922A-4780-ACD3-DE2466B1A537}" type="datetimeFigureOut">
              <a:rPr lang="uk-UA" smtClean="0"/>
              <a:pPr/>
              <a:t>10.08.2026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8" name="Пряма сполучна лінія 7"/>
          <p:cNvSpPr>
            <a:spLocks noChangeShapeType="1"/>
          </p:cNvSpPr>
          <p:nvPr/>
        </p:nvSpPr>
        <p:spPr bwMode="auto">
          <a:xfrm flipV="1">
            <a:off x="6084107" y="1575653"/>
            <a:ext cx="11895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Місце для вмісту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12" name="Місце для вмісту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Порівняння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 сполучна лінія 9"/>
          <p:cNvSpPr>
            <a:spLocks noChangeShapeType="1"/>
          </p:cNvSpPr>
          <p:nvPr/>
        </p:nvSpPr>
        <p:spPr bwMode="auto">
          <a:xfrm flipV="1">
            <a:off x="6096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0" name="Прямокутник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1" name="Прямокутник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2" name="Прямокутник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1" name="Прямокутник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Прямокутник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3"/>
          </p:nvPr>
        </p:nvSpPr>
        <p:spPr>
          <a:xfrm>
            <a:off x="6388441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10.08.2026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uk-UA"/>
          </a:p>
        </p:txBody>
      </p:sp>
      <p:sp>
        <p:nvSpPr>
          <p:cNvPr id="15" name="Пряма сполучна лінія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4" name="Місце для вмісту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26" name="Місце для вмісту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25" name="Овал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Овал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>
          <a:xfrm>
            <a:off x="5791200" y="1042417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3" name="Заголовок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10.08.2026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>
          <a:xfrm>
            <a:off x="5791200" y="1036021"/>
            <a:ext cx="609600" cy="441325"/>
          </a:xfrm>
        </p:spPr>
        <p:txBody>
          <a:bodyPr/>
          <a:lstStyle/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Прямокутник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Прямокутник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Прямокутник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Прямокутник 4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6" name="Прямокутник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10.08.2026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кутник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5" name="Прямокутник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7" name="Прямокутник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3" name="Прямокутник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8" name="Прямокутник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9" name="Пряма сполучна лінія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0" name="Місце для вмісту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Овал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1" name="Прямокутник 20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10.08.2026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uk-U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а сполучна лінія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7" name="Прямокутник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0" name="Прямокутник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Прямокутник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Прямокутник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2" name="Овал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Овал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/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uk-UA"/>
              <a:t>Клацніть піктограму, щоб додати зображення</a:t>
            </a:r>
            <a:endParaRPr kumimoji="0" lang="en-US" dirty="0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22" name="Прямокутник 21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fld id="{02841B16-922A-4780-ACD3-DE2466B1A537}" type="datetimeFigureOut">
              <a:rPr lang="uk-UA" smtClean="0"/>
              <a:pPr/>
              <a:t>10.08.2026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10.08.2026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Прямокутник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Прямокутник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Прямокутник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1" name="Прямокутник 10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Прямокутник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3" name="Пряма сполучна лінія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Овал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Овал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>
          <a:xfrm>
            <a:off x="9221216" y="3009902"/>
            <a:ext cx="609600" cy="441325"/>
          </a:xfrm>
        </p:spPr>
        <p:txBody>
          <a:bodyPr/>
          <a:lstStyle/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1B16-922A-4780-ACD3-DE2466B1A537}" type="datetimeFigureOut">
              <a:rPr lang="uk-UA" smtClean="0"/>
              <a:pPr/>
              <a:t>10.08.2026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9855200" y="304802"/>
            <a:ext cx="1930400" cy="5851525"/>
          </a:xfrm>
        </p:spPr>
        <p:txBody>
          <a:bodyPr vert="eaVert"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кутник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0" y="1"/>
            <a:ext cx="12192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Прямокутник 8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Місце для дати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02841B16-922A-4780-ACD3-DE2466B1A537}" type="datetimeFigureOut">
              <a:rPr lang="uk-UA" smtClean="0"/>
              <a:pPr/>
              <a:t>10.08.2026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8" name="Прямокутник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0" name="Пряма сполучна лінія 9"/>
          <p:cNvSpPr>
            <a:spLocks noChangeShapeType="1"/>
          </p:cNvSpPr>
          <p:nvPr/>
        </p:nvSpPr>
        <p:spPr bwMode="auto">
          <a:xfrm>
            <a:off x="203200" y="1276743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Овал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Овал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Місце для номера слайда 22"/>
          <p:cNvSpPr>
            <a:spLocks noGrp="1"/>
          </p:cNvSpPr>
          <p:nvPr>
            <p:ph type="sldNum" sz="quarter" idx="4"/>
          </p:nvPr>
        </p:nvSpPr>
        <p:spPr>
          <a:xfrm>
            <a:off x="5791200" y="104017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8FFC905-D22C-499C-BCB2-C7E481DD900E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2" name="Місце для заголовка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13" name="Місце для тексту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uk-UA"/>
              <a:t>Зразок тексту</a:t>
            </a:r>
          </a:p>
          <a:p>
            <a:pPr lvl="1" eaLnBrk="1" latinLnBrk="0" hangingPunct="1"/>
            <a:r>
              <a:rPr kumimoji="0" lang="uk-UA"/>
              <a:t>Другий рівень</a:t>
            </a:r>
          </a:p>
          <a:p>
            <a:pPr lvl="2" eaLnBrk="1" latinLnBrk="0" hangingPunct="1"/>
            <a:r>
              <a:rPr kumimoji="0" lang="uk-UA"/>
              <a:t>Третій рівень</a:t>
            </a:r>
          </a:p>
          <a:p>
            <a:pPr lvl="3" eaLnBrk="1" latinLnBrk="0" hangingPunct="1"/>
            <a:r>
              <a:rPr kumimoji="0" lang="uk-UA"/>
              <a:t>Четвертий рівень</a:t>
            </a:r>
          </a:p>
          <a:p>
            <a:pPr lvl="4" eaLnBrk="1" latinLnBrk="0" hangingPunct="1"/>
            <a:r>
              <a:rPr kumimoji="0" lang="uk-UA"/>
              <a:t>П'ятий рівень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audio" Target="file:///C:\Users\stepler\Desktop\We%20Are%20The%20Champions.mp3" TargetMode="Externa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stepler\Desktop\1-0.mpeg" TargetMode="External"/><Relationship Id="rId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stepler\Desktop\1-1.mpeg" TargetMode="External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stepler\Desktop\2-1.mpeg" TargetMode="Externa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3841884" y="5871145"/>
            <a:ext cx="4508231" cy="461665"/>
          </a:xfrm>
        </p:spPr>
        <p:txBody>
          <a:bodyPr/>
          <a:lstStyle/>
          <a:p>
            <a:r>
              <a:rPr lang="uk-UA" dirty="0"/>
              <a:t>Підготувала Діана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79657"/>
            <a:ext cx="10363200" cy="1752600"/>
          </a:xfrm>
        </p:spPr>
        <p:txBody>
          <a:bodyPr anchor="ctr">
            <a:normAutofit/>
          </a:bodyPr>
          <a:lstStyle/>
          <a:p>
            <a:r>
              <a:rPr lang="uk-UA" dirty="0"/>
              <a:t>Кубок УЕФА 2008–2009.</a:t>
            </a:r>
            <a:br>
              <a:rPr lang="uk-UA" dirty="0"/>
            </a:br>
            <a:r>
              <a:rPr lang="uk-UA" dirty="0"/>
              <a:t>ФІНАЛ</a:t>
            </a:r>
            <a:r>
              <a:rPr lang="en-US" dirty="0"/>
              <a:t>. </a:t>
            </a:r>
            <a:r>
              <a:rPr lang="uk-UA" dirty="0"/>
              <a:t>  Шахтар – </a:t>
            </a:r>
            <a:r>
              <a:rPr lang="uk-UA" dirty="0" err="1"/>
              <a:t>Вердер</a:t>
            </a:r>
            <a:endParaRPr lang="uk-UA" dirty="0"/>
          </a:p>
        </p:txBody>
      </p:sp>
      <p:pic>
        <p:nvPicPr>
          <p:cNvPr id="4" name="We Are The Champions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/>
          <a:stretch>
            <a:fillRect/>
          </a:stretch>
        </p:blipFill>
        <p:spPr>
          <a:xfrm>
            <a:off x="5943600" y="3276600"/>
            <a:ext cx="304800" cy="304800"/>
          </a:xfrm>
          <a:prstGeom prst="rect">
            <a:avLst/>
          </a:prstGeom>
        </p:spPr>
      </p:pic>
      <p:pic>
        <p:nvPicPr>
          <p:cNvPr id="5" name="Рисунок 4" descr="Шахтар на зборах не зміг обіграти саудитів: дивитись огляд матчу - Террикон">
            <a:extLst>
              <a:ext uri="{FF2B5EF4-FFF2-40B4-BE49-F238E27FC236}">
                <a16:creationId xmlns:a16="http://schemas.microsoft.com/office/drawing/2014/main" id="{41527EF6-122C-D930-19C9-BA98E9D61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71" y="2909200"/>
            <a:ext cx="3338286" cy="1752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6" name="Рисунок 5" descr="Значок футбольного клубу Вердер Бремен,Німеччина">
            <a:extLst>
              <a:ext uri="{FF2B5EF4-FFF2-40B4-BE49-F238E27FC236}">
                <a16:creationId xmlns:a16="http://schemas.microsoft.com/office/drawing/2014/main" id="{DC744569-06D2-491A-D139-0587F175467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46777" y="2564904"/>
            <a:ext cx="2573594" cy="25735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E9A900-6ABB-1437-3786-4A96A51CF69B}"/>
              </a:ext>
            </a:extLst>
          </p:cNvPr>
          <p:cNvSpPr txBox="1"/>
          <p:nvPr/>
        </p:nvSpPr>
        <p:spPr>
          <a:xfrm>
            <a:off x="4419600" y="1678231"/>
            <a:ext cx="3048000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uk-UA" sz="2400" dirty="0"/>
              <a:t>20 травня 2009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5752" y="285728"/>
            <a:ext cx="8534400" cy="1000132"/>
          </a:xfrm>
        </p:spPr>
        <p:txBody>
          <a:bodyPr anchor="ctr">
            <a:normAutofit fontScale="90000"/>
          </a:bodyPr>
          <a:lstStyle/>
          <a:p>
            <a:r>
              <a:rPr lang="ru-RU" b="1" dirty="0"/>
              <a:t>Стадіон «Шюкрю Сараджоглу»</a:t>
            </a:r>
            <a:br>
              <a:rPr lang="ru-RU" b="1" dirty="0"/>
            </a:br>
            <a:r>
              <a:rPr lang="ru-RU" sz="2700" dirty="0"/>
              <a:t> (Стамбул,          Туреччина)</a:t>
            </a:r>
            <a:endParaRPr lang="uk-UA" dirty="0"/>
          </a:p>
        </p:txBody>
      </p:sp>
      <p:pic>
        <p:nvPicPr>
          <p:cNvPr id="6" name="Місце для вмісту 5" descr="56183_603x354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79376" y="1556792"/>
            <a:ext cx="7971865" cy="468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Рисунок 2" descr="Прапор Туреччини — Вікіпедія">
            <a:extLst>
              <a:ext uri="{FF2B5EF4-FFF2-40B4-BE49-F238E27FC236}">
                <a16:creationId xmlns:a16="http://schemas.microsoft.com/office/drawing/2014/main" id="{7BF17826-F103-13E4-1C86-7B64EC558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328" y="1556792"/>
            <a:ext cx="2381250" cy="15906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9D542B-B31D-7141-A0BC-E66E22EBF899}"/>
              </a:ext>
            </a:extLst>
          </p:cNvPr>
          <p:cNvSpPr txBox="1"/>
          <p:nvPr/>
        </p:nvSpPr>
        <p:spPr>
          <a:xfrm>
            <a:off x="8618773" y="3953327"/>
            <a:ext cx="3240360" cy="19389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uk-UA" sz="2000" dirty="0"/>
              <a:t>Є одним з двох п'ятизіркових стадіонів (за класифікацією УЄФА) у Туреччині. </a:t>
            </a:r>
          </a:p>
          <a:p>
            <a:endParaRPr lang="uk-UA" sz="2000" dirty="0"/>
          </a:p>
          <a:p>
            <a:r>
              <a:rPr lang="uk-UA" sz="2000" dirty="0"/>
              <a:t>Вміщує 50,5 тис. глядачів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тексту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uk-UA" dirty="0"/>
              <a:t>Мірча Луческу</a:t>
            </a:r>
          </a:p>
        </p:txBody>
      </p:sp>
      <p:sp>
        <p:nvSpPr>
          <p:cNvPr id="8" name="Місце для тексту 7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pPr algn="ctr"/>
            <a:r>
              <a:rPr lang="uk-UA" dirty="0"/>
              <a:t>Томас Шааф</a:t>
            </a:r>
          </a:p>
        </p:txBody>
      </p:sp>
      <p:pic>
        <p:nvPicPr>
          <p:cNvPr id="10" name="Місце для вмісту 9" descr="Мірча Луческу.jpg"/>
          <p:cNvPicPr>
            <a:picLocks noGrp="1" noChangeAspect="1"/>
          </p:cNvPicPr>
          <p:nvPr>
            <p:ph sz="quarter" idx="2"/>
          </p:nvPr>
        </p:nvPicPr>
        <p:blipFill>
          <a:blip r:embed="rId2" cstate="screen"/>
          <a:stretch>
            <a:fillRect/>
          </a:stretch>
        </p:blipFill>
        <p:spPr>
          <a:xfrm>
            <a:off x="1733002" y="2473325"/>
            <a:ext cx="2725583" cy="3817937"/>
          </a:xfrm>
        </p:spPr>
      </p:pic>
      <p:pic>
        <p:nvPicPr>
          <p:cNvPr id="11" name="Місце для вмісту 10" descr="Томас Шааф.jpg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063657" y="2924944"/>
            <a:ext cx="4038600" cy="2694503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b="1" dirty="0"/>
              <a:t>Тренери</a:t>
            </a:r>
            <a:endParaRPr lang="uk-U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Склади команд</a:t>
            </a:r>
          </a:p>
        </p:txBody>
      </p:sp>
      <p:pic>
        <p:nvPicPr>
          <p:cNvPr id="9" name="Місце для вмісту 8" descr="Склади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327820" y="1522033"/>
            <a:ext cx="3528232" cy="4880551"/>
          </a:xfrm>
        </p:spPr>
      </p:pic>
      <p:sp>
        <p:nvSpPr>
          <p:cNvPr id="4098" name="AutoShape 2" descr="https://upload.wikimedia.org/wikipedia/commons/thumb/8/83/Kit_body.svg/38px-Kit_body.svg.png"/>
          <p:cNvSpPr>
            <a:spLocks noChangeAspect="1" noChangeArrowheads="1"/>
          </p:cNvSpPr>
          <p:nvPr/>
        </p:nvSpPr>
        <p:spPr bwMode="auto">
          <a:xfrm>
            <a:off x="1679575" y="-266700"/>
            <a:ext cx="361950" cy="5619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1823" y="2687808"/>
            <a:ext cx="2786082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472264" y="2652736"/>
            <a:ext cx="2786082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35560" y="1463808"/>
            <a:ext cx="638609" cy="12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546001" y="1428736"/>
            <a:ext cx="638608" cy="12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ru-RU" dirty="0"/>
              <a:t>1:0 - 25 хв	 Луїс Адріану</a:t>
            </a:r>
            <a:endParaRPr lang="uk-UA" dirty="0"/>
          </a:p>
        </p:txBody>
      </p:sp>
      <p:pic>
        <p:nvPicPr>
          <p:cNvPr id="7" name="1-0.mpeg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079776" y="1988840"/>
            <a:ext cx="7200000" cy="4050000"/>
          </a:xfrm>
          <a:prstGeom prst="rect">
            <a:avLst/>
          </a:prstGeom>
        </p:spPr>
      </p:pic>
      <p:pic>
        <p:nvPicPr>
          <p:cNvPr id="3" name="Рисунок 2" descr="Файл:Луис Адриано.jpg — Вікіпедія">
            <a:extLst>
              <a:ext uri="{FF2B5EF4-FFF2-40B4-BE49-F238E27FC236}">
                <a16:creationId xmlns:a16="http://schemas.microsoft.com/office/drawing/2014/main" id="{12090BFF-0D51-3A9A-4472-83C4E4ADC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0" y="1988839"/>
            <a:ext cx="2736304" cy="4115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uk-UA" dirty="0"/>
              <a:t>1:1 - 35 </a:t>
            </a:r>
            <a:r>
              <a:rPr lang="uk-UA" dirty="0" err="1"/>
              <a:t>хв</a:t>
            </a:r>
            <a:r>
              <a:rPr lang="uk-UA" dirty="0"/>
              <a:t>	</a:t>
            </a:r>
            <a:r>
              <a:rPr lang="uk-UA" dirty="0" err="1"/>
              <a:t>Налду</a:t>
            </a:r>
            <a:endParaRPr lang="uk-UA" dirty="0"/>
          </a:p>
        </p:txBody>
      </p:sp>
      <p:pic>
        <p:nvPicPr>
          <p:cNvPr id="7" name="1-1.mpeg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079776" y="2071678"/>
            <a:ext cx="7200000" cy="4050000"/>
          </a:xfrm>
          <a:prstGeom prst="rect">
            <a:avLst/>
          </a:prstGeom>
        </p:spPr>
      </p:pic>
      <p:pic>
        <p:nvPicPr>
          <p:cNvPr id="3" name="Рисунок 2" descr="Налду — Вікіпедія">
            <a:extLst>
              <a:ext uri="{FF2B5EF4-FFF2-40B4-BE49-F238E27FC236}">
                <a16:creationId xmlns:a16="http://schemas.microsoft.com/office/drawing/2014/main" id="{E7BEBBDE-7D36-0F6D-6DFA-C36DE7C82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0" y="2071678"/>
            <a:ext cx="2880320" cy="40582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uk-UA" dirty="0"/>
              <a:t>2:1 - 97 </a:t>
            </a:r>
            <a:r>
              <a:rPr lang="uk-UA" dirty="0" err="1"/>
              <a:t>хв</a:t>
            </a:r>
            <a:r>
              <a:rPr lang="uk-UA" dirty="0"/>
              <a:t>	 </a:t>
            </a:r>
            <a:r>
              <a:rPr lang="uk-UA" dirty="0" err="1"/>
              <a:t>Жадсон</a:t>
            </a:r>
            <a:endParaRPr lang="uk-UA" dirty="0"/>
          </a:p>
        </p:txBody>
      </p:sp>
      <p:pic>
        <p:nvPicPr>
          <p:cNvPr id="7" name="2-1.mpeg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151784" y="2060848"/>
            <a:ext cx="7200000" cy="4050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35B074-FF5F-E2D9-4C58-60168DAED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6" y="2057247"/>
            <a:ext cx="3383635" cy="360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uk-UA" dirty="0"/>
              <a:t>«Шахтар»</a:t>
            </a:r>
            <a:r>
              <a:rPr lang="en-US" dirty="0"/>
              <a:t> </a:t>
            </a:r>
            <a:r>
              <a:rPr lang="uk-UA" dirty="0"/>
              <a:t>– володар Кубка УЄФА!!!</a:t>
            </a:r>
          </a:p>
        </p:txBody>
      </p:sp>
      <p:pic>
        <p:nvPicPr>
          <p:cNvPr id="5" name="Рисунок 4" descr="28eec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12" y="1556792"/>
            <a:ext cx="7839590" cy="4680000"/>
          </a:xfrm>
          <a:prstGeom prst="rect">
            <a:avLst/>
          </a:prstGeom>
        </p:spPr>
      </p:pic>
      <p:pic>
        <p:nvPicPr>
          <p:cNvPr id="3" name="Рисунок 2" descr="Кубок європейських чемпіонів (трофей) — Вікіпедія">
            <a:extLst>
              <a:ext uri="{FF2B5EF4-FFF2-40B4-BE49-F238E27FC236}">
                <a16:creationId xmlns:a16="http://schemas.microsoft.com/office/drawing/2014/main" id="{0CFBBCC0-B05F-C2E2-EB7F-ADA9F1518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2765222"/>
            <a:ext cx="1706880" cy="226314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вільна">
  <a:themeElements>
    <a:clrScheme name="Цивільна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Цивільна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Цивільна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61</TotalTime>
  <Words>82</Words>
  <Application>Microsoft Office PowerPoint</Application>
  <PresentationFormat>Широкий екран</PresentationFormat>
  <Paragraphs>15</Paragraphs>
  <Slides>8</Slides>
  <Notes>0</Notes>
  <HiddenSlides>0</HiddenSlides>
  <MMClips>4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8</vt:i4>
      </vt:variant>
    </vt:vector>
  </HeadingPairs>
  <TitlesOfParts>
    <vt:vector size="12" baseType="lpstr">
      <vt:lpstr>Georgia</vt:lpstr>
      <vt:lpstr>Wingdings</vt:lpstr>
      <vt:lpstr>Wingdings 2</vt:lpstr>
      <vt:lpstr>Цивільна</vt:lpstr>
      <vt:lpstr>Кубок УЕФА 2008–2009. ФІНАЛ.   Шахтар – Вердер</vt:lpstr>
      <vt:lpstr>Стадіон «Шюкрю Сараджоглу»  (Стамбул,          Туреччина)</vt:lpstr>
      <vt:lpstr>Тренери</vt:lpstr>
      <vt:lpstr>Склади команд</vt:lpstr>
      <vt:lpstr>1:0 - 25 хв  Луїс Адріану</vt:lpstr>
      <vt:lpstr>1:1 - 35 хв Налду</vt:lpstr>
      <vt:lpstr>2:1 - 97 хв  Жадсон</vt:lpstr>
      <vt:lpstr>«Шахтар» – володар Кубка УЄФА!!!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Кубок УЕФА 2008/09. ФІНАЛ.Шахтар-Вердер.</dc:title>
  <dc:creator>Admin</dc:creator>
  <cp:lastModifiedBy>Teacher</cp:lastModifiedBy>
  <cp:revision>22</cp:revision>
  <dcterms:created xsi:type="dcterms:W3CDTF">2018-09-25T12:10:08Z</dcterms:created>
  <dcterms:modified xsi:type="dcterms:W3CDTF">2026-08-10T06:44:15Z</dcterms:modified>
</cp:coreProperties>
</file>