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30D7E-A772-4FE7-87CE-7DAC24D4E823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A8183-0B80-42D2-B782-5CC29123C867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Назва презентації </a:t>
            </a:r>
            <a:r>
              <a:rPr lang="en-US" dirty="0" smtClean="0"/>
              <a:t>+ </a:t>
            </a:r>
            <a:r>
              <a:rPr lang="uk-UA" dirty="0" smtClean="0"/>
              <a:t>безперервне</a:t>
            </a:r>
            <a:r>
              <a:rPr lang="uk-UA" baseline="0" dirty="0" smtClean="0"/>
              <a:t> відтворення музики (тиха гучність)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Стадіон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Тренери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Склади команд, футболки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Перший</a:t>
            </a:r>
            <a:r>
              <a:rPr lang="uk-UA" baseline="0" dirty="0" smtClean="0"/>
              <a:t> гол: відео + фото гравця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 smtClean="0"/>
              <a:t>Другий</a:t>
            </a:r>
            <a:r>
              <a:rPr lang="uk-UA" baseline="0" dirty="0" smtClean="0"/>
              <a:t> гол: відео + фото гравця</a:t>
            </a:r>
            <a:endParaRPr lang="uk-UA" dirty="0" smtClean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 smtClean="0"/>
              <a:t>Третій гол: відео + фото гравця</a:t>
            </a:r>
            <a:endParaRPr lang="uk-UA" dirty="0" smtClean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7</a:t>
            </a:fld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Шахтар з кубком</a:t>
            </a:r>
            <a:r>
              <a:rPr lang="uk-UA" baseline="0" dirty="0" smtClean="0"/>
              <a:t> УЄФА!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A8183-0B80-42D2-B782-5CC29123C867}" type="slidenum">
              <a:rPr lang="uk-UA" smtClean="0"/>
              <a:pPr/>
              <a:t>8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 smtClean="0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Місце для вмісту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 smtClean="0"/>
              <a:t>Зразок тексту</a:t>
            </a:r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кут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Місце для вмісту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12" name="Місце для вмісту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кут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 smtClean="0"/>
              <a:t>Зразок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 smtClean="0"/>
              <a:t>Зразок тексту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uk-UA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Місце для вмісту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26" name="Місце для вмісту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кут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кут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кут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кут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 smtClean="0"/>
              <a:t>Зразок тексту</a:t>
            </a:r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Місце для вмісту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 сполучна ліні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 smtClean="0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 smtClean="0"/>
              <a:t>Зразок тексту</a:t>
            </a:r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кут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uk-UA" smtClean="0"/>
              <a:t>Зразок тексту</a:t>
            </a:r>
          </a:p>
          <a:p>
            <a:pPr lvl="1" eaLnBrk="1" latinLnBrk="0" hangingPunct="1"/>
            <a:r>
              <a:rPr lang="uk-UA" smtClean="0"/>
              <a:t>Другий рівень</a:t>
            </a:r>
          </a:p>
          <a:p>
            <a:pPr lvl="2" eaLnBrk="1" latinLnBrk="0" hangingPunct="1"/>
            <a:r>
              <a:rPr lang="uk-UA" smtClean="0"/>
              <a:t>Третій рівень</a:t>
            </a:r>
          </a:p>
          <a:p>
            <a:pPr lvl="3" eaLnBrk="1" latinLnBrk="0" hangingPunct="1"/>
            <a:r>
              <a:rPr lang="uk-UA" smtClean="0"/>
              <a:t>Четвертий рівень</a:t>
            </a:r>
          </a:p>
          <a:p>
            <a:pPr lvl="4" eaLnBrk="1" latinLnBrk="0" hangingPunct="1"/>
            <a:r>
              <a:rPr lang="uk-UA" smtClean="0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2841B16-922A-4780-ACD3-DE2466B1A537}" type="datetimeFigureOut">
              <a:rPr lang="uk-UA" smtClean="0"/>
              <a:pPr/>
              <a:t>11.05.2023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uk-UA" smtClean="0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 smtClean="0"/>
              <a:t>Зразок тексту</a:t>
            </a:r>
          </a:p>
          <a:p>
            <a:pPr lvl="1" eaLnBrk="1" latinLnBrk="0" hangingPunct="1"/>
            <a:r>
              <a:rPr kumimoji="0" lang="uk-UA" smtClean="0"/>
              <a:t>Другий рівень</a:t>
            </a:r>
          </a:p>
          <a:p>
            <a:pPr lvl="2" eaLnBrk="1" latinLnBrk="0" hangingPunct="1"/>
            <a:r>
              <a:rPr kumimoji="0" lang="uk-UA" smtClean="0"/>
              <a:t>Третій рівень</a:t>
            </a:r>
          </a:p>
          <a:p>
            <a:pPr lvl="3" eaLnBrk="1" latinLnBrk="0" hangingPunct="1"/>
            <a:r>
              <a:rPr kumimoji="0" lang="uk-UA" smtClean="0"/>
              <a:t>Четвертий рівень</a:t>
            </a:r>
          </a:p>
          <a:p>
            <a:pPr lvl="4" eaLnBrk="1" latinLnBrk="0" hangingPunct="1"/>
            <a:r>
              <a:rPr kumimoji="0" lang="uk-UA" smtClean="0"/>
              <a:t>П'ятий рівень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endParaRPr lang="uk-UA" dirty="0"/>
          </a:p>
        </p:txBody>
      </p:sp>
      <p:sp>
        <p:nvSpPr>
          <p:cNvPr id="5" name="Пі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098" name="AutoShape 2" descr="https://upload.wikimedia.org/wikipedia/commons/thumb/8/83/Kit_body.svg/38px-Kit_body.svg.png"/>
          <p:cNvSpPr>
            <a:spLocks noChangeAspect="1" noChangeArrowheads="1"/>
          </p:cNvSpPr>
          <p:nvPr/>
        </p:nvSpPr>
        <p:spPr bwMode="auto">
          <a:xfrm>
            <a:off x="155575" y="-266700"/>
            <a:ext cx="361950" cy="5619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вільна">
  <a:themeElements>
    <a:clrScheme name="Цивільна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Цивільна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Цивільна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53</TotalTime>
  <Words>50</Words>
  <Application>Microsoft Office PowerPoint</Application>
  <PresentationFormat>Екран (4:3)</PresentationFormat>
  <Paragraphs>16</Paragraphs>
  <Slides>8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9" baseType="lpstr">
      <vt:lpstr>Цивільна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Кубок УЕФА 2008/09. ФІНАЛ.Шахтар-Вердер.</dc:title>
  <dc:creator>Admin</dc:creator>
  <cp:lastModifiedBy>stepler</cp:lastModifiedBy>
  <cp:revision>18</cp:revision>
  <dcterms:created xsi:type="dcterms:W3CDTF">2018-09-25T12:10:08Z</dcterms:created>
  <dcterms:modified xsi:type="dcterms:W3CDTF">2023-05-11T16:32:22Z</dcterms:modified>
</cp:coreProperties>
</file>