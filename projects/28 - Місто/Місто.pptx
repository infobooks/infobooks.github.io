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  <p:sldMasterId id="2147483742" r:id="rId2"/>
  </p:sldMasterIdLst>
  <p:notesMasterIdLst>
    <p:notesMasterId r:id="rId15"/>
  </p:notesMasterIdLst>
  <p:sldIdLst>
    <p:sldId id="256" r:id="rId3"/>
    <p:sldId id="257" r:id="rId4"/>
    <p:sldId id="268" r:id="rId5"/>
    <p:sldId id="259" r:id="rId6"/>
    <p:sldId id="269" r:id="rId7"/>
    <p:sldId id="258" r:id="rId8"/>
    <p:sldId id="274" r:id="rId9"/>
    <p:sldId id="260" r:id="rId10"/>
    <p:sldId id="270" r:id="rId11"/>
    <p:sldId id="263" r:id="rId12"/>
    <p:sldId id="272" r:id="rId13"/>
    <p:sldId id="264" r:id="rId14"/>
  </p:sldIdLst>
  <p:sldSz cx="12192000" cy="6858000"/>
  <p:notesSz cx="6858000" cy="9144000"/>
  <p:defaultTextStyle>
    <a:defPPr>
      <a:defRPr lang="en-US"/>
    </a:defPPr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9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crgbClr r="0" g="0" b="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87993" autoAdjust="0"/>
  </p:normalViewPr>
  <p:slideViewPr>
    <p:cSldViewPr>
      <p:cViewPr varScale="1">
        <p:scale>
          <a:sx n="73" d="100"/>
          <a:sy n="73" d="100"/>
        </p:scale>
        <p:origin x="104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F97678DB-3F8D-4CD0-BA77-3656CB4B8304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55A5A28D-BDB6-46FF-A1EF-D3D59E3A726F}" type="slidenum">
              <a:rPr lang="en-US" smtClean="0"/>
              <a:pPr/>
              <a:t>‹№›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DFD36-FE26-90F5-520D-ACF1FB788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65C072-9DA0-409D-4C5C-4CCEB444D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3578F2-D36C-B533-1ED6-131320F3C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3C205-8B13-14CA-4CD7-4F5934832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81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4D52F-FF01-72E4-8423-FC963DF6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8110A5-F66F-88D2-3B8A-F57A83131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19144F-5B33-0C56-2850-2C9689B25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4290BB-F34E-5073-359A-C16097EE4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84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кутник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Прямокутник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Прямокутник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Прямокутник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Прямокутник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Округлений прямокутник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Округлений прямокутник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Прямокутник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Прямокутник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Прямокутник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Прямокутник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9" name="Підзаголовок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uk-UA"/>
              <a:t>Зразок підзаголовка</a:t>
            </a:r>
            <a:endParaRPr kumimoji="0" lang="en-US"/>
          </a:p>
        </p:txBody>
      </p:sp>
      <p:sp>
        <p:nvSpPr>
          <p:cNvPr id="28" name="Місце для дати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544213AF-26F6-41FA-8D85-E2C5388D6E58}" type="datetimeFigureOut">
              <a:rPr lang="en-US" smtClean="0"/>
              <a:pPr/>
              <a:t>3/5/2026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Місце для нижнього колонтитула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kumimoji="0" lang="en-US">
              <a:solidFill>
                <a:schemeClr val="accent1">
                  <a:tint val="20000"/>
                </a:schemeClr>
              </a:solidFill>
            </a:endParaRPr>
          </a:p>
        </p:txBody>
      </p:sp>
      <p:sp>
        <p:nvSpPr>
          <p:cNvPr id="29" name="Місце для номера слайда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/>
              <a:t>‹№›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5" name="Місце для вмісту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6" name="Місце для дати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27" name="Місце для номера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  <p:sp>
        <p:nvSpPr>
          <p:cNvPr id="28" name="Місце для нижнього колонтитула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uk-UA"/>
              <a:t>Клацніть піктограму, щоб додати зображення</a:t>
            </a:r>
            <a:endParaRPr kumimoji="0" lang="en-US" dirty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>
                <a:solidFill>
                  <a:schemeClr val="bg1"/>
                </a:solidFill>
              </a:rPr>
              <a:pPr/>
              <a:t>3/5/2026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>
                <a:solidFill>
                  <a:schemeClr val="bg1"/>
                </a:solidFill>
              </a:rPr>
              <a:pPr/>
              <a:t>‹№›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>
                <a:solidFill>
                  <a:schemeClr val="bg1"/>
                </a:solidFill>
              </a:rPr>
              <a:pPr/>
              <a:t>3/5/2026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>
                <a:solidFill>
                  <a:schemeClr val="bg1"/>
                </a:solidFill>
              </a:rPr>
              <a:pPr/>
              <a:t>‹№›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 сполучна лінія 6"/>
          <p:cNvSpPr>
            <a:spLocks noChangeShapeType="1"/>
          </p:cNvSpPr>
          <p:nvPr/>
        </p:nvSpPr>
        <p:spPr bwMode="auto">
          <a:xfrm>
            <a:off x="685800" y="5349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508000" y="4853412"/>
            <a:ext cx="11277600" cy="1222375"/>
          </a:xfrm>
        </p:spPr>
        <p:txBody>
          <a:bodyPr anchor="t"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9" name="Підзаголовок 8"/>
          <p:cNvSpPr>
            <a:spLocks noGrp="1"/>
          </p:cNvSpPr>
          <p:nvPr>
            <p:ph type="subTitle" idx="1"/>
          </p:nvPr>
        </p:nvSpPr>
        <p:spPr>
          <a:xfrm>
            <a:off x="508000" y="3886200"/>
            <a:ext cx="112776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uk-UA"/>
              <a:t>Зразок підзаголовка</a:t>
            </a:r>
            <a:endParaRPr kumimoji="0" lang="en-US"/>
          </a:p>
        </p:txBody>
      </p:sp>
      <p:sp>
        <p:nvSpPr>
          <p:cNvPr id="16" name="Місце для дати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pPr/>
              <a:t>3/5/2026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Місце для нижнього колонтитула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>
              <a:solidFill>
                <a:schemeClr val="accent1">
                  <a:tint val="20000"/>
                </a:schemeClr>
              </a:solidFill>
            </a:endParaRPr>
          </a:p>
        </p:txBody>
      </p:sp>
      <p:sp>
        <p:nvSpPr>
          <p:cNvPr id="15" name="Місце для номера слайда 14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D5BBC35B-A44B-4119-B8DA-DE9E3DFADA20}" type="slidenum">
              <a:rPr kumimoji="0" lang="en-US" smtClean="0"/>
              <a:pPr/>
              <a:t>‹№›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27" name="Місце для вмісту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5" name="Місце для дати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19" name="Місце для нижнього колонтитула 18"/>
          <p:cNvSpPr>
            <a:spLocks noGrp="1"/>
          </p:cNvSpPr>
          <p:nvPr>
            <p:ph type="ftr" sz="quarter" idx="11"/>
          </p:nvPr>
        </p:nvSpPr>
        <p:spPr>
          <a:xfrm>
            <a:off x="4775200" y="76201"/>
            <a:ext cx="38608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Місце для номера слайда 15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 сполучна лінія 6"/>
          <p:cNvSpPr>
            <a:spLocks noChangeShapeType="1"/>
          </p:cNvSpPr>
          <p:nvPr/>
        </p:nvSpPr>
        <p:spPr bwMode="auto">
          <a:xfrm>
            <a:off x="685800" y="3444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Місце для тексту 5"/>
          <p:cNvSpPr>
            <a:spLocks noGrp="1"/>
          </p:cNvSpPr>
          <p:nvPr>
            <p:ph type="body" idx="1"/>
          </p:nvPr>
        </p:nvSpPr>
        <p:spPr>
          <a:xfrm>
            <a:off x="508000" y="1676400"/>
            <a:ext cx="112776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19" name="Місце для дати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11" name="Місце для нижнього колонтитула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6" name="Місце для номера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/>
              <a:t>‹№›</a:t>
            </a:fld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240633" y="2947086"/>
            <a:ext cx="115824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14" name="Місце для вмісту 13"/>
          <p:cNvSpPr>
            <a:spLocks noGrp="1"/>
          </p:cNvSpPr>
          <p:nvPr>
            <p:ph sz="half" idx="1"/>
          </p:nvPr>
        </p:nvSpPr>
        <p:spPr>
          <a:xfrm>
            <a:off x="406400" y="1600200"/>
            <a:ext cx="5588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3" name="Місце для вмісту 12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7912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1" name="Місце для дати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10" name="Місце для нижнього колонтитула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Місце для номера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406400" y="5410200"/>
            <a:ext cx="114808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13" name="Місце для тексту 12"/>
          <p:cNvSpPr>
            <a:spLocks noGrp="1"/>
          </p:cNvSpPr>
          <p:nvPr>
            <p:ph type="body" idx="1"/>
          </p:nvPr>
        </p:nvSpPr>
        <p:spPr>
          <a:xfrm>
            <a:off x="375259" y="666750"/>
            <a:ext cx="57207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25" name="Місце для тексту 24"/>
          <p:cNvSpPr>
            <a:spLocks noGrp="1"/>
          </p:cNvSpPr>
          <p:nvPr>
            <p:ph type="body" sz="half" idx="3"/>
          </p:nvPr>
        </p:nvSpPr>
        <p:spPr>
          <a:xfrm>
            <a:off x="6193367" y="666750"/>
            <a:ext cx="5722988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quarter" idx="2"/>
          </p:nvPr>
        </p:nvSpPr>
        <p:spPr>
          <a:xfrm>
            <a:off x="375259" y="1316038"/>
            <a:ext cx="5720741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8" name="Місце для вмісту 27"/>
          <p:cNvSpPr>
            <a:spLocks noGrp="1"/>
          </p:cNvSpPr>
          <p:nvPr>
            <p:ph sz="quarter" idx="4"/>
          </p:nvPr>
        </p:nvSpPr>
        <p:spPr>
          <a:xfrm>
            <a:off x="6198307" y="1316038"/>
            <a:ext cx="571804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0" name="Місце для дати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>
          <a:xfrm>
            <a:off x="10972800" y="6477000"/>
            <a:ext cx="1016000" cy="246888"/>
          </a:xfrm>
        </p:spPr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  <p:sp>
        <p:nvSpPr>
          <p:cNvPr id="11" name="Пряма сполучна лінія 10"/>
          <p:cNvSpPr>
            <a:spLocks noChangeShapeType="1"/>
          </p:cNvSpPr>
          <p:nvPr/>
        </p:nvSpPr>
        <p:spPr bwMode="auto">
          <a:xfrm>
            <a:off x="685800" y="6019801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12" name="Місце для дати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21" name="Місце для нижнього колонтитула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24" name="Місце для нижнього колонтитула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 сполучна лінія 7"/>
          <p:cNvSpPr>
            <a:spLocks noChangeShapeType="1"/>
          </p:cNvSpPr>
          <p:nvPr/>
        </p:nvSpPr>
        <p:spPr bwMode="auto">
          <a:xfrm>
            <a:off x="685800" y="5849118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609600" y="5486400"/>
            <a:ext cx="112776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26" name="Місце для тексту 25"/>
          <p:cNvSpPr>
            <a:spLocks noGrp="1"/>
          </p:cNvSpPr>
          <p:nvPr>
            <p:ph type="body" idx="2"/>
          </p:nvPr>
        </p:nvSpPr>
        <p:spPr>
          <a:xfrm>
            <a:off x="609601" y="609600"/>
            <a:ext cx="4011084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14" name="Місце для вмісту 13"/>
          <p:cNvSpPr>
            <a:spLocks noGrp="1"/>
          </p:cNvSpPr>
          <p:nvPr>
            <p:ph sz="half" idx="1"/>
          </p:nvPr>
        </p:nvSpPr>
        <p:spPr>
          <a:xfrm>
            <a:off x="4766733" y="609600"/>
            <a:ext cx="7120467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5" name="Місце для дати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29" name="Місце для нижнього колонтитула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Місце для зображення 12"/>
          <p:cNvSpPr>
            <a:spLocks noGrp="1"/>
          </p:cNvSpPr>
          <p:nvPr>
            <p:ph type="pic" idx="1"/>
          </p:nvPr>
        </p:nvSpPr>
        <p:spPr>
          <a:xfrm>
            <a:off x="4673600" y="616634"/>
            <a:ext cx="67056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uk-UA"/>
              <a:t>Клацніть піктограму, щоб додати зображення</a:t>
            </a:r>
            <a:endParaRPr kumimoji="0" lang="en-US" dirty="0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Місце для номера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508000" y="4993760"/>
            <a:ext cx="78232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26" name="Місце для тексту 25"/>
          <p:cNvSpPr>
            <a:spLocks noGrp="1"/>
          </p:cNvSpPr>
          <p:nvPr>
            <p:ph type="body" sz="half" idx="2"/>
          </p:nvPr>
        </p:nvSpPr>
        <p:spPr>
          <a:xfrm>
            <a:off x="508000" y="5533218"/>
            <a:ext cx="78232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>
                <a:solidFill>
                  <a:schemeClr val="bg1"/>
                </a:solidFill>
              </a:rPr>
              <a:pPr/>
              <a:t>3/5/2026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>
                <a:solidFill>
                  <a:schemeClr val="bg1"/>
                </a:solidFill>
              </a:rPr>
              <a:pPr/>
              <a:t>‹№›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9144000" y="549277"/>
            <a:ext cx="2438400" cy="5851525"/>
          </a:xfrm>
        </p:spPr>
        <p:txBody>
          <a:bodyPr vert="eaVert"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609600" y="549277"/>
            <a:ext cx="8331200" cy="5851525"/>
          </a:xfrm>
        </p:spPr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>
                <a:solidFill>
                  <a:schemeClr val="bg1"/>
                </a:solidFill>
              </a:rPr>
              <a:pPr/>
              <a:t>3/5/2026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>
                <a:solidFill>
                  <a:schemeClr val="bg1"/>
                </a:solidFill>
              </a:rPr>
              <a:pPr/>
              <a:t>‹№›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кутник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Прямокутник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Прямокутник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Прямокутник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Прямокутник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Округлений прямокутник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Округлений прямокутник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Прямокутник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Прямокутник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Прямокутник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Прямокутник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Прямокутник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Прямокутник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Місце для заголовка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13" name="Місце для тексту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uk-UA"/>
              <a:t>Зразок тексту</a:t>
            </a:r>
          </a:p>
          <a:p>
            <a:pPr lvl="1" eaLnBrk="1" latinLnBrk="0" hangingPunct="1"/>
            <a:r>
              <a:rPr kumimoji="0" lang="uk-UA"/>
              <a:t>Другий рівень</a:t>
            </a:r>
          </a:p>
          <a:p>
            <a:pPr lvl="2" eaLnBrk="1" latinLnBrk="0" hangingPunct="1"/>
            <a:r>
              <a:rPr kumimoji="0" lang="uk-UA"/>
              <a:t>Третій рівень</a:t>
            </a:r>
          </a:p>
          <a:p>
            <a:pPr lvl="3" eaLnBrk="1" latinLnBrk="0" hangingPunct="1"/>
            <a:r>
              <a:rPr kumimoji="0" lang="uk-UA"/>
              <a:t>Четвертий рівень</a:t>
            </a:r>
          </a:p>
          <a:p>
            <a:pPr lvl="4" eaLnBrk="1" latinLnBrk="0" hangingPunct="1"/>
            <a:r>
              <a:rPr kumimoji="0" lang="uk-UA"/>
              <a:t>П'ятий рівень</a:t>
            </a:r>
            <a:endParaRPr kumimoji="0" lang="en-US"/>
          </a:p>
        </p:txBody>
      </p:sp>
      <p:sp>
        <p:nvSpPr>
          <p:cNvPr id="14" name="Місце для дати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2B01318-6ABD-4BDD-BBB0-D5B124F36B42}" type="datetimeFigureOut">
              <a:rPr lang="en-US" smtClean="0">
                <a:solidFill>
                  <a:schemeClr val="bg1"/>
                </a:solidFill>
              </a:rPr>
              <a:pPr/>
              <a:t>3/5/2026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Місце для номера слайда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62D56ECA-4C16-4208-B374-27591EF545A3}" type="slidenum">
              <a:rPr lang="en-US" smtClean="0">
                <a:solidFill>
                  <a:schemeClr val="bg1"/>
                </a:solidFill>
              </a:rPr>
              <a:pPr/>
              <a:t>‹№›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 сполучна лінія 6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Місце для тексту 7"/>
          <p:cNvSpPr>
            <a:spLocks noGrp="1"/>
          </p:cNvSpPr>
          <p:nvPr>
            <p:ph type="body" idx="1"/>
          </p:nvPr>
        </p:nvSpPr>
        <p:spPr>
          <a:xfrm>
            <a:off x="406400" y="1554163"/>
            <a:ext cx="115824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uk-UA"/>
              <a:t>Зразок тексту</a:t>
            </a:r>
          </a:p>
          <a:p>
            <a:pPr lvl="1" eaLnBrk="1" latinLnBrk="0" hangingPunct="1"/>
            <a:r>
              <a:rPr kumimoji="0" lang="uk-UA"/>
              <a:t>Другий рівень</a:t>
            </a:r>
          </a:p>
          <a:p>
            <a:pPr lvl="2" eaLnBrk="1" latinLnBrk="0" hangingPunct="1"/>
            <a:r>
              <a:rPr kumimoji="0" lang="uk-UA"/>
              <a:t>Третій рівень</a:t>
            </a:r>
          </a:p>
          <a:p>
            <a:pPr lvl="3" eaLnBrk="1" latinLnBrk="0" hangingPunct="1"/>
            <a:r>
              <a:rPr kumimoji="0" lang="uk-UA"/>
              <a:t>Четвертий рівень</a:t>
            </a:r>
          </a:p>
          <a:p>
            <a:pPr lvl="4" eaLnBrk="1" latinLnBrk="0" hangingPunct="1"/>
            <a:r>
              <a:rPr kumimoji="0" lang="uk-UA"/>
              <a:t>П'ятий рівень</a:t>
            </a:r>
            <a:endParaRPr kumimoji="0" lang="en-US"/>
          </a:p>
        </p:txBody>
      </p:sp>
      <p:sp>
        <p:nvSpPr>
          <p:cNvPr id="11" name="Місце для дати 10"/>
          <p:cNvSpPr>
            <a:spLocks noGrp="1"/>
          </p:cNvSpPr>
          <p:nvPr>
            <p:ph type="dt" sz="half" idx="2"/>
          </p:nvPr>
        </p:nvSpPr>
        <p:spPr>
          <a:xfrm>
            <a:off x="8636000" y="76201"/>
            <a:ext cx="33528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22B01318-6ABD-4BDD-BBB0-D5B124F36B42}" type="datetimeFigureOut">
              <a:rPr lang="en-US" smtClean="0">
                <a:solidFill>
                  <a:schemeClr val="bg1"/>
                </a:solidFill>
              </a:rPr>
              <a:pPr/>
              <a:t>3/5/2026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8" name="Місце для нижнього колонтитула 27"/>
          <p:cNvSpPr>
            <a:spLocks noGrp="1"/>
          </p:cNvSpPr>
          <p:nvPr>
            <p:ph type="ftr" sz="quarter" idx="3"/>
          </p:nvPr>
        </p:nvSpPr>
        <p:spPr>
          <a:xfrm>
            <a:off x="4165600" y="76201"/>
            <a:ext cx="44704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4"/>
          </p:nvPr>
        </p:nvSpPr>
        <p:spPr>
          <a:xfrm>
            <a:off x="10972800" y="6477001"/>
            <a:ext cx="1016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2D56ECA-4C16-4208-B374-27591EF545A3}" type="slidenum">
              <a:rPr lang="en-US" smtClean="0">
                <a:solidFill>
                  <a:schemeClr val="bg1"/>
                </a:solidFill>
              </a:rPr>
              <a:pPr/>
              <a:t>‹№›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Місце для заголовка 9"/>
          <p:cNvSpPr>
            <a:spLocks noGrp="1"/>
          </p:cNvSpPr>
          <p:nvPr>
            <p:ph type="title"/>
          </p:nvPr>
        </p:nvSpPr>
        <p:spPr>
          <a:xfrm>
            <a:off x="406400" y="457200"/>
            <a:ext cx="115824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9" name="Пряма сполучна лінія 8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Пряма сполучна лінія 11"/>
          <p:cNvSpPr>
            <a:spLocks noChangeShapeType="1"/>
          </p:cNvSpPr>
          <p:nvPr/>
        </p:nvSpPr>
        <p:spPr bwMode="auto">
          <a:xfrm>
            <a:off x="685800" y="1057987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cap="none" dirty="0"/>
              <a:t>Місто Шептицький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(герб міста)</a:t>
            </a:r>
            <a:endParaRPr lang="uk-UA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639616" y="4797152"/>
            <a:ext cx="7416824" cy="95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uk-UA" sz="2000" dirty="0"/>
              <a:t>Стрий		Самбір		</a:t>
            </a:r>
            <a:r>
              <a:rPr lang="uk-UA" sz="2000" dirty="0" err="1"/>
              <a:t>Белз</a:t>
            </a:r>
            <a:r>
              <a:rPr lang="uk-UA" sz="2000" dirty="0"/>
              <a:t>		Дрогобич</a:t>
            </a:r>
          </a:p>
          <a:p>
            <a:pPr marL="342900" indent="-342900">
              <a:lnSpc>
                <a:spcPct val="150000"/>
              </a:lnSpc>
            </a:pPr>
            <a:r>
              <a:rPr lang="uk-UA" sz="2000" dirty="0"/>
              <a:t>Трускавець	Борислав	Городок	</a:t>
            </a:r>
            <a:r>
              <a:rPr lang="uk-UA" sz="2000" dirty="0" err="1"/>
              <a:t>Сокаль</a:t>
            </a:r>
            <a:endParaRPr lang="uk-UA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noProof="0" dirty="0"/>
              <a:t>Карта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Карта міста. Можна додати координати, площу.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Карта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Карта області чи України з позначенням міста. Розташування міста в області чи Україні.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cap="none" noProof="0" dirty="0"/>
              <a:t>Зображення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>
                <a:solidFill>
                  <a:schemeClr val="accent6">
                    <a:shade val="10000"/>
                  </a:schemeClr>
                </a:solidFill>
              </a:rPr>
              <a:t>Фотоальбом</a:t>
            </a:r>
            <a:r>
              <a:rPr lang="uk-UA" sz="2400" dirty="0"/>
              <a:t> (можна кілька слайдів) із зображеннями міста чи його визначних місць.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Зображення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>
                <a:solidFill>
                  <a:schemeClr val="accent6">
                    <a:shade val="10000"/>
                  </a:schemeClr>
                </a:solidFill>
              </a:rPr>
              <a:t>Фотоальбом</a:t>
            </a:r>
            <a:r>
              <a:rPr lang="uk-UA" sz="2400" dirty="0"/>
              <a:t> (можна кілька слайдів) із зображеннями міста чи його визначних місць.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cap="none" noProof="0" dirty="0"/>
              <a:t>Текст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>
                <a:solidFill>
                  <a:schemeClr val="accent6">
                    <a:shade val="10000"/>
                  </a:schemeClr>
                </a:solidFill>
                <a:latin typeface="+mj-lt"/>
              </a:rPr>
              <a:t>Походження міста. </a:t>
            </a:r>
          </a:p>
          <a:p>
            <a:r>
              <a:rPr lang="uk-UA" sz="2400" dirty="0">
                <a:solidFill>
                  <a:schemeClr val="accent6">
                    <a:shade val="10000"/>
                  </a:schemeClr>
                </a:solidFill>
                <a:latin typeface="+mj-lt"/>
              </a:rPr>
              <a:t>Чим виділяється серед інших міст</a:t>
            </a:r>
            <a:endParaRPr lang="uk-UA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15095-281C-36AE-AF6B-8A832E6A5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4BF8-F83C-CDDA-5FEB-13B6A68BC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cap="none" noProof="0" dirty="0"/>
              <a:t>Текст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E634E-1620-6A2A-A0A4-F4CDC9B6C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>
                <a:solidFill>
                  <a:schemeClr val="accent6">
                    <a:shade val="10000"/>
                  </a:schemeClr>
                </a:solidFill>
                <a:latin typeface="+mj-lt"/>
              </a:rPr>
              <a:t>Вірш або текст пісні про місто.</a:t>
            </a:r>
          </a:p>
          <a:p>
            <a:r>
              <a:rPr lang="uk-UA" sz="2400" dirty="0">
                <a:solidFill>
                  <a:schemeClr val="accent6">
                    <a:shade val="10000"/>
                  </a:schemeClr>
                </a:solidFill>
                <a:latin typeface="+mj-lt"/>
              </a:rPr>
              <a:t>Якщо не поміститься, можна розтягнути на 2 слайди.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107677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cap="none" noProof="0" dirty="0"/>
              <a:t>Презентація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>
                <a:solidFill>
                  <a:schemeClr val="accent6">
                    <a:shade val="10000"/>
                  </a:schemeClr>
                </a:solidFill>
                <a:latin typeface="+mj-lt"/>
              </a:rPr>
              <a:t>Відома людина, родом з міста. Зображення та декілька слів про цю людину.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Презентація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>
                <a:solidFill>
                  <a:schemeClr val="accent6">
                    <a:shade val="10000"/>
                  </a:schemeClr>
                </a:solidFill>
                <a:latin typeface="+mj-lt"/>
              </a:rPr>
              <a:t>Відома людина, родом з міста. Зображення та декілька слів про цю людину.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cap="none" noProof="0" dirty="0"/>
              <a:t>Посилання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>
                <a:solidFill>
                  <a:schemeClr val="accent6">
                    <a:shade val="10000"/>
                  </a:schemeClr>
                </a:solidFill>
                <a:latin typeface="+mj-lt"/>
              </a:rPr>
              <a:t>4-5 посилань на сайти, пов’язані з містом (міської ради, якихось музеїв, шкіл, підприємств)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F542F-AE81-C174-29AC-680C79AB8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31694-5970-FCDC-32BE-2DFDA9C7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cap="none" dirty="0"/>
              <a:t>Відео </a:t>
            </a:r>
            <a:endParaRPr lang="uk-UA" cap="none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F4F707-FB4A-8EE2-771F-D882E6DF4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>
                <a:solidFill>
                  <a:schemeClr val="accent6">
                    <a:shade val="10000"/>
                  </a:schemeClr>
                </a:solidFill>
                <a:latin typeface="+mj-lt"/>
              </a:rPr>
              <a:t>1-2 онлайн-відео, пов’язане з містом.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4097413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cap="none" noProof="0" dirty="0"/>
              <a:t>Таблиця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>
                <a:solidFill>
                  <a:schemeClr val="accent6">
                    <a:shade val="10000"/>
                  </a:schemeClr>
                </a:solidFill>
                <a:latin typeface="+mj-lt"/>
              </a:rPr>
              <a:t>Таблиця з числами, що описують місто (населення, площа, рік заснування, день міста, поштовий індекс, бюджет, рейтинг міста серед інших міст…)</a:t>
            </a:r>
          </a:p>
          <a:p>
            <a:pPr marL="109728" indent="0">
              <a:buNone/>
            </a:pPr>
            <a:endParaRPr lang="uk-UA" sz="2400" dirty="0">
              <a:solidFill>
                <a:schemeClr val="accent6">
                  <a:shade val="10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Міська">
  <a:themeElements>
    <a:clrScheme name="Міська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Міська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Міська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Валка">
  <a:themeElements>
    <a:clrScheme name="Валка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Валка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Валка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19</TotalTime>
  <Words>208</Words>
  <Application>Microsoft Office PowerPoint</Application>
  <PresentationFormat>Широкий екран</PresentationFormat>
  <Paragraphs>40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слайдів</vt:lpstr>
      </vt:variant>
      <vt:variant>
        <vt:i4>12</vt:i4>
      </vt:variant>
    </vt:vector>
  </HeadingPairs>
  <TitlesOfParts>
    <vt:vector size="20" baseType="lpstr">
      <vt:lpstr>Calibri</vt:lpstr>
      <vt:lpstr>Franklin Gothic Book</vt:lpstr>
      <vt:lpstr>Franklin Gothic Medium</vt:lpstr>
      <vt:lpstr>Georgia</vt:lpstr>
      <vt:lpstr>Trebuchet MS</vt:lpstr>
      <vt:lpstr>Wingdings 2</vt:lpstr>
      <vt:lpstr>Міська</vt:lpstr>
      <vt:lpstr>2_Валка</vt:lpstr>
      <vt:lpstr>Місто Шептицький</vt:lpstr>
      <vt:lpstr>Карта</vt:lpstr>
      <vt:lpstr>Карта</vt:lpstr>
      <vt:lpstr>Зображення</vt:lpstr>
      <vt:lpstr>Зображення</vt:lpstr>
      <vt:lpstr>Текст</vt:lpstr>
      <vt:lpstr>Текст</vt:lpstr>
      <vt:lpstr>Презентація</vt:lpstr>
      <vt:lpstr>Презентація</vt:lpstr>
      <vt:lpstr>Посилання</vt:lpstr>
      <vt:lpstr>Відео </vt:lpstr>
      <vt:lpstr>Таблиця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Teacher</cp:lastModifiedBy>
  <cp:revision>4</cp:revision>
  <dcterms:created xsi:type="dcterms:W3CDTF">2018-03-11T07:39:46Z</dcterms:created>
  <dcterms:modified xsi:type="dcterms:W3CDTF">2026-03-05T16:14:14Z</dcterms:modified>
  <cp:version/>
</cp:coreProperties>
</file>