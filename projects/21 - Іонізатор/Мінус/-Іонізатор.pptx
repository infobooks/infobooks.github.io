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6" r:id="rId2"/>
    <p:sldId id="258" r:id="rId3"/>
    <p:sldId id="259" r:id="rId4"/>
    <p:sldId id="260" r:id="rId5"/>
  </p:sldIdLst>
  <p:sldSz cx="9144000" cy="6858000" type="screen4x3"/>
  <p:notesSz cx="9525000" cy="6858000"/>
  <p:defaultTextStyle>
    <a:defPPr>
      <a:defRPr lang="uk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300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4" d="100"/>
          <a:sy n="74" d="100"/>
        </p:scale>
        <p:origin x="-1956" y="-96"/>
      </p:cViewPr>
      <p:guideLst>
        <p:guide orient="horz" pos="2160"/>
        <p:guide pos="300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4205FAA-6426-47FF-8344-9BB05FE5453A}" type="doc">
      <dgm:prSet loTypeId="urn:microsoft.com/office/officeart/2005/8/layout/radial5" loCatId="relationship" qsTypeId="urn:microsoft.com/office/officeart/2005/8/quickstyle/simple3" qsCatId="simple" csTypeId="urn:microsoft.com/office/officeart/2005/8/colors/accent2_2" csCatId="accent2" phldr="1"/>
      <dgm:spPr/>
      <dgm:t>
        <a:bodyPr/>
        <a:lstStyle/>
        <a:p>
          <a:endParaRPr lang="uk-UA"/>
        </a:p>
      </dgm:t>
    </dgm:pt>
    <dgm:pt modelId="{74299C8F-008F-4C0D-AF9B-54090D4919B1}">
      <dgm:prSet phldrT="[Текст]"/>
      <dgm:spPr/>
      <dgm:t>
        <a:bodyPr/>
        <a:lstStyle/>
        <a:p>
          <a:r>
            <a:rPr lang="uk-UA" b="1" dirty="0"/>
            <a:t>Мінерали</a:t>
          </a:r>
        </a:p>
      </dgm:t>
    </dgm:pt>
    <dgm:pt modelId="{A88A1DA8-10CC-4E0C-892D-EA88E7CDBF10}" type="parTrans" cxnId="{F77315D0-4D5D-4E48-814F-7A0E066D8F83}">
      <dgm:prSet/>
      <dgm:spPr/>
      <dgm:t>
        <a:bodyPr/>
        <a:lstStyle/>
        <a:p>
          <a:endParaRPr lang="uk-UA" b="1"/>
        </a:p>
      </dgm:t>
    </dgm:pt>
    <dgm:pt modelId="{A37D82DC-77CA-467E-A91C-6B42F6506397}" type="sibTrans" cxnId="{F77315D0-4D5D-4E48-814F-7A0E066D8F83}">
      <dgm:prSet/>
      <dgm:spPr/>
      <dgm:t>
        <a:bodyPr/>
        <a:lstStyle/>
        <a:p>
          <a:endParaRPr lang="uk-UA" b="1"/>
        </a:p>
      </dgm:t>
    </dgm:pt>
    <dgm:pt modelId="{B647424F-181C-4DD5-9A8E-4D5445BAB223}">
      <dgm:prSet phldrT="[Текст]"/>
      <dgm:spPr/>
      <dgm:t>
        <a:bodyPr/>
        <a:lstStyle/>
        <a:p>
          <a:r>
            <a:rPr lang="uk-UA" b="1" dirty="0"/>
            <a:t>Магній</a:t>
          </a:r>
        </a:p>
      </dgm:t>
    </dgm:pt>
    <dgm:pt modelId="{CA8BB707-5B47-4FBA-9316-C9689BB1B674}" type="parTrans" cxnId="{0C52424F-9278-4558-918E-DD088FAE4B03}">
      <dgm:prSet/>
      <dgm:spPr/>
      <dgm:t>
        <a:bodyPr/>
        <a:lstStyle/>
        <a:p>
          <a:endParaRPr lang="uk-UA" b="1"/>
        </a:p>
      </dgm:t>
    </dgm:pt>
    <dgm:pt modelId="{57C81E92-5D56-4CAA-9B64-3212AEFAF0EF}" type="sibTrans" cxnId="{0C52424F-9278-4558-918E-DD088FAE4B03}">
      <dgm:prSet/>
      <dgm:spPr/>
      <dgm:t>
        <a:bodyPr/>
        <a:lstStyle/>
        <a:p>
          <a:endParaRPr lang="uk-UA" b="1"/>
        </a:p>
      </dgm:t>
    </dgm:pt>
    <dgm:pt modelId="{8C09E95E-935E-4A9E-BEB7-7FACA6465979}">
      <dgm:prSet phldrT="[Текст]"/>
      <dgm:spPr/>
      <dgm:t>
        <a:bodyPr/>
        <a:lstStyle/>
        <a:p>
          <a:r>
            <a:rPr lang="uk-UA" b="1" dirty="0"/>
            <a:t>Кальцій</a:t>
          </a:r>
        </a:p>
      </dgm:t>
    </dgm:pt>
    <dgm:pt modelId="{E89952D2-895F-44AF-961B-C6698901EA27}" type="parTrans" cxnId="{624258BA-03D2-48A6-AF39-756FBE3A7F79}">
      <dgm:prSet/>
      <dgm:spPr/>
      <dgm:t>
        <a:bodyPr/>
        <a:lstStyle/>
        <a:p>
          <a:endParaRPr lang="uk-UA" b="1"/>
        </a:p>
      </dgm:t>
    </dgm:pt>
    <dgm:pt modelId="{6EED6BE4-F6F7-47EC-BDEA-53EB7A6AA3B7}" type="sibTrans" cxnId="{624258BA-03D2-48A6-AF39-756FBE3A7F79}">
      <dgm:prSet/>
      <dgm:spPr/>
      <dgm:t>
        <a:bodyPr/>
        <a:lstStyle/>
        <a:p>
          <a:endParaRPr lang="uk-UA" b="1"/>
        </a:p>
      </dgm:t>
    </dgm:pt>
    <dgm:pt modelId="{020D11F0-8B40-49BA-A404-8C504092FD3C}">
      <dgm:prSet phldrT="[Текст]"/>
      <dgm:spPr/>
      <dgm:t>
        <a:bodyPr/>
        <a:lstStyle/>
        <a:p>
          <a:r>
            <a:rPr lang="uk-UA" b="1" dirty="0"/>
            <a:t>Натрій</a:t>
          </a:r>
        </a:p>
      </dgm:t>
    </dgm:pt>
    <dgm:pt modelId="{62B75DE2-A4C4-46FE-9190-3238834EFAD4}" type="parTrans" cxnId="{595186D3-F83D-4E86-BEC5-234513768224}">
      <dgm:prSet/>
      <dgm:spPr/>
      <dgm:t>
        <a:bodyPr/>
        <a:lstStyle/>
        <a:p>
          <a:endParaRPr lang="uk-UA" b="1"/>
        </a:p>
      </dgm:t>
    </dgm:pt>
    <dgm:pt modelId="{1B7E27E8-4AD7-4A92-B9D5-654C127049A5}" type="sibTrans" cxnId="{595186D3-F83D-4E86-BEC5-234513768224}">
      <dgm:prSet/>
      <dgm:spPr/>
      <dgm:t>
        <a:bodyPr/>
        <a:lstStyle/>
        <a:p>
          <a:endParaRPr lang="uk-UA" b="1"/>
        </a:p>
      </dgm:t>
    </dgm:pt>
    <dgm:pt modelId="{11BC19EB-2B61-494A-9165-495E9A5CD4E4}">
      <dgm:prSet phldrT="[Текст]"/>
      <dgm:spPr/>
      <dgm:t>
        <a:bodyPr/>
        <a:lstStyle/>
        <a:p>
          <a:r>
            <a:rPr lang="uk-UA" b="1" dirty="0"/>
            <a:t>Калій</a:t>
          </a:r>
        </a:p>
      </dgm:t>
    </dgm:pt>
    <dgm:pt modelId="{67C57750-D470-49C0-9421-6FAA893F796A}" type="parTrans" cxnId="{55DD635C-371D-4B65-8B1E-1230D4D152FE}">
      <dgm:prSet/>
      <dgm:spPr/>
      <dgm:t>
        <a:bodyPr/>
        <a:lstStyle/>
        <a:p>
          <a:endParaRPr lang="uk-UA" b="1"/>
        </a:p>
      </dgm:t>
    </dgm:pt>
    <dgm:pt modelId="{AB33FC22-617E-4BC7-9D78-F7DDCDA89233}" type="sibTrans" cxnId="{55DD635C-371D-4B65-8B1E-1230D4D152FE}">
      <dgm:prSet/>
      <dgm:spPr/>
      <dgm:t>
        <a:bodyPr/>
        <a:lstStyle/>
        <a:p>
          <a:endParaRPr lang="uk-UA" b="1"/>
        </a:p>
      </dgm:t>
    </dgm:pt>
    <dgm:pt modelId="{B3EA0521-254A-4B81-B517-4F63A063E623}" type="pres">
      <dgm:prSet presAssocID="{A4205FAA-6426-47FF-8344-9BB05FE5453A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8BE560AC-7973-4035-8C8F-9B5C08E3D9AE}" type="pres">
      <dgm:prSet presAssocID="{74299C8F-008F-4C0D-AF9B-54090D4919B1}" presName="centerShape" presStyleLbl="node0" presStyleIdx="0" presStyleCnt="1"/>
      <dgm:spPr/>
    </dgm:pt>
    <dgm:pt modelId="{BABEB131-55DE-4E07-A015-41333710FBDF}" type="pres">
      <dgm:prSet presAssocID="{CA8BB707-5B47-4FBA-9316-C9689BB1B674}" presName="parTrans" presStyleLbl="sibTrans2D1" presStyleIdx="0" presStyleCnt="4"/>
      <dgm:spPr/>
    </dgm:pt>
    <dgm:pt modelId="{1AE6281A-83F4-4EE1-A631-33CB4B4C6829}" type="pres">
      <dgm:prSet presAssocID="{CA8BB707-5B47-4FBA-9316-C9689BB1B674}" presName="connectorText" presStyleLbl="sibTrans2D1" presStyleIdx="0" presStyleCnt="4"/>
      <dgm:spPr/>
    </dgm:pt>
    <dgm:pt modelId="{55F652EE-7B3F-4993-BCF5-CA62DB71956E}" type="pres">
      <dgm:prSet presAssocID="{B647424F-181C-4DD5-9A8E-4D5445BAB223}" presName="node" presStyleLbl="node1" presStyleIdx="0" presStyleCnt="4">
        <dgm:presLayoutVars>
          <dgm:bulletEnabled val="1"/>
        </dgm:presLayoutVars>
      </dgm:prSet>
      <dgm:spPr/>
    </dgm:pt>
    <dgm:pt modelId="{56B2EC1F-25D6-415C-8455-55D1D168C830}" type="pres">
      <dgm:prSet presAssocID="{E89952D2-895F-44AF-961B-C6698901EA27}" presName="parTrans" presStyleLbl="sibTrans2D1" presStyleIdx="1" presStyleCnt="4"/>
      <dgm:spPr/>
    </dgm:pt>
    <dgm:pt modelId="{06D2BF35-D44F-43D4-B16B-2E56AF2C2058}" type="pres">
      <dgm:prSet presAssocID="{E89952D2-895F-44AF-961B-C6698901EA27}" presName="connectorText" presStyleLbl="sibTrans2D1" presStyleIdx="1" presStyleCnt="4"/>
      <dgm:spPr/>
    </dgm:pt>
    <dgm:pt modelId="{8684AB58-5755-4712-B02B-BE131004AE87}" type="pres">
      <dgm:prSet presAssocID="{8C09E95E-935E-4A9E-BEB7-7FACA6465979}" presName="node" presStyleLbl="node1" presStyleIdx="1" presStyleCnt="4">
        <dgm:presLayoutVars>
          <dgm:bulletEnabled val="1"/>
        </dgm:presLayoutVars>
      </dgm:prSet>
      <dgm:spPr/>
    </dgm:pt>
    <dgm:pt modelId="{1392ED15-3A26-465B-8952-0E29B17A8752}" type="pres">
      <dgm:prSet presAssocID="{62B75DE2-A4C4-46FE-9190-3238834EFAD4}" presName="parTrans" presStyleLbl="sibTrans2D1" presStyleIdx="2" presStyleCnt="4"/>
      <dgm:spPr/>
    </dgm:pt>
    <dgm:pt modelId="{48E9A39D-0E0B-4274-82D1-90EA1A08BB48}" type="pres">
      <dgm:prSet presAssocID="{62B75DE2-A4C4-46FE-9190-3238834EFAD4}" presName="connectorText" presStyleLbl="sibTrans2D1" presStyleIdx="2" presStyleCnt="4"/>
      <dgm:spPr/>
    </dgm:pt>
    <dgm:pt modelId="{D0278300-5979-4D41-9A9B-1B772AB4A4C3}" type="pres">
      <dgm:prSet presAssocID="{020D11F0-8B40-49BA-A404-8C504092FD3C}" presName="node" presStyleLbl="node1" presStyleIdx="2" presStyleCnt="4">
        <dgm:presLayoutVars>
          <dgm:bulletEnabled val="1"/>
        </dgm:presLayoutVars>
      </dgm:prSet>
      <dgm:spPr/>
    </dgm:pt>
    <dgm:pt modelId="{AF5BBD8F-7C84-4E07-A644-BBAA8BCCBB13}" type="pres">
      <dgm:prSet presAssocID="{67C57750-D470-49C0-9421-6FAA893F796A}" presName="parTrans" presStyleLbl="sibTrans2D1" presStyleIdx="3" presStyleCnt="4"/>
      <dgm:spPr/>
    </dgm:pt>
    <dgm:pt modelId="{D3D223FA-A213-4DFB-A8AA-7DC8084E6568}" type="pres">
      <dgm:prSet presAssocID="{67C57750-D470-49C0-9421-6FAA893F796A}" presName="connectorText" presStyleLbl="sibTrans2D1" presStyleIdx="3" presStyleCnt="4"/>
      <dgm:spPr/>
    </dgm:pt>
    <dgm:pt modelId="{C1CF447E-A249-4722-B6C4-90D4325BFB02}" type="pres">
      <dgm:prSet presAssocID="{11BC19EB-2B61-494A-9165-495E9A5CD4E4}" presName="node" presStyleLbl="node1" presStyleIdx="3" presStyleCnt="4">
        <dgm:presLayoutVars>
          <dgm:bulletEnabled val="1"/>
        </dgm:presLayoutVars>
      </dgm:prSet>
      <dgm:spPr/>
    </dgm:pt>
  </dgm:ptLst>
  <dgm:cxnLst>
    <dgm:cxn modelId="{65EF2700-639E-442A-8ADC-33D3703686E0}" type="presOf" srcId="{B647424F-181C-4DD5-9A8E-4D5445BAB223}" destId="{55F652EE-7B3F-4993-BCF5-CA62DB71956E}" srcOrd="0" destOrd="0" presId="urn:microsoft.com/office/officeart/2005/8/layout/radial5"/>
    <dgm:cxn modelId="{ECCD1B24-66EE-4D97-820A-00B623FD6DE5}" type="presOf" srcId="{E89952D2-895F-44AF-961B-C6698901EA27}" destId="{06D2BF35-D44F-43D4-B16B-2E56AF2C2058}" srcOrd="1" destOrd="0" presId="urn:microsoft.com/office/officeart/2005/8/layout/radial5"/>
    <dgm:cxn modelId="{4108C03E-4FD7-4990-B9BE-B5BB568B6E82}" type="presOf" srcId="{67C57750-D470-49C0-9421-6FAA893F796A}" destId="{AF5BBD8F-7C84-4E07-A644-BBAA8BCCBB13}" srcOrd="0" destOrd="0" presId="urn:microsoft.com/office/officeart/2005/8/layout/radial5"/>
    <dgm:cxn modelId="{55DD635C-371D-4B65-8B1E-1230D4D152FE}" srcId="{74299C8F-008F-4C0D-AF9B-54090D4919B1}" destId="{11BC19EB-2B61-494A-9165-495E9A5CD4E4}" srcOrd="3" destOrd="0" parTransId="{67C57750-D470-49C0-9421-6FAA893F796A}" sibTransId="{AB33FC22-617E-4BC7-9D78-F7DDCDA89233}"/>
    <dgm:cxn modelId="{7DAC804D-23C9-4D36-A7A5-2A4156284FC3}" type="presOf" srcId="{E89952D2-895F-44AF-961B-C6698901EA27}" destId="{56B2EC1F-25D6-415C-8455-55D1D168C830}" srcOrd="0" destOrd="0" presId="urn:microsoft.com/office/officeart/2005/8/layout/radial5"/>
    <dgm:cxn modelId="{0C52424F-9278-4558-918E-DD088FAE4B03}" srcId="{74299C8F-008F-4C0D-AF9B-54090D4919B1}" destId="{B647424F-181C-4DD5-9A8E-4D5445BAB223}" srcOrd="0" destOrd="0" parTransId="{CA8BB707-5B47-4FBA-9316-C9689BB1B674}" sibTransId="{57C81E92-5D56-4CAA-9B64-3212AEFAF0EF}"/>
    <dgm:cxn modelId="{F282F478-D310-42D8-B908-4B1F00156990}" type="presOf" srcId="{A4205FAA-6426-47FF-8344-9BB05FE5453A}" destId="{B3EA0521-254A-4B81-B517-4F63A063E623}" srcOrd="0" destOrd="0" presId="urn:microsoft.com/office/officeart/2005/8/layout/radial5"/>
    <dgm:cxn modelId="{129E827D-D7BE-4B06-9054-9BDA569E251A}" type="presOf" srcId="{CA8BB707-5B47-4FBA-9316-C9689BB1B674}" destId="{BABEB131-55DE-4E07-A015-41333710FBDF}" srcOrd="0" destOrd="0" presId="urn:microsoft.com/office/officeart/2005/8/layout/radial5"/>
    <dgm:cxn modelId="{DB61C38F-AC19-4B24-99EA-1C57FE1096FB}" type="presOf" srcId="{020D11F0-8B40-49BA-A404-8C504092FD3C}" destId="{D0278300-5979-4D41-9A9B-1B772AB4A4C3}" srcOrd="0" destOrd="0" presId="urn:microsoft.com/office/officeart/2005/8/layout/radial5"/>
    <dgm:cxn modelId="{0E456C95-ECFD-4FC1-BF34-F2134E3E1FD7}" type="presOf" srcId="{67C57750-D470-49C0-9421-6FAA893F796A}" destId="{D3D223FA-A213-4DFB-A8AA-7DC8084E6568}" srcOrd="1" destOrd="0" presId="urn:microsoft.com/office/officeart/2005/8/layout/radial5"/>
    <dgm:cxn modelId="{E3588E9B-87FB-447E-9BF3-C69B025F5A9E}" type="presOf" srcId="{74299C8F-008F-4C0D-AF9B-54090D4919B1}" destId="{8BE560AC-7973-4035-8C8F-9B5C08E3D9AE}" srcOrd="0" destOrd="0" presId="urn:microsoft.com/office/officeart/2005/8/layout/radial5"/>
    <dgm:cxn modelId="{83B363A0-E7EC-445A-8791-785F7938632B}" type="presOf" srcId="{8C09E95E-935E-4A9E-BEB7-7FACA6465979}" destId="{8684AB58-5755-4712-B02B-BE131004AE87}" srcOrd="0" destOrd="0" presId="urn:microsoft.com/office/officeart/2005/8/layout/radial5"/>
    <dgm:cxn modelId="{222980A2-7C6A-487A-944A-1D2D62F3C5BF}" type="presOf" srcId="{CA8BB707-5B47-4FBA-9316-C9689BB1B674}" destId="{1AE6281A-83F4-4EE1-A631-33CB4B4C6829}" srcOrd="1" destOrd="0" presId="urn:microsoft.com/office/officeart/2005/8/layout/radial5"/>
    <dgm:cxn modelId="{D63A07AC-AEEB-426F-9679-16A7D1BB5465}" type="presOf" srcId="{11BC19EB-2B61-494A-9165-495E9A5CD4E4}" destId="{C1CF447E-A249-4722-B6C4-90D4325BFB02}" srcOrd="0" destOrd="0" presId="urn:microsoft.com/office/officeart/2005/8/layout/radial5"/>
    <dgm:cxn modelId="{E05CEAB4-37FA-44F3-ACE8-A2E20F1F3FD1}" type="presOf" srcId="{62B75DE2-A4C4-46FE-9190-3238834EFAD4}" destId="{48E9A39D-0E0B-4274-82D1-90EA1A08BB48}" srcOrd="1" destOrd="0" presId="urn:microsoft.com/office/officeart/2005/8/layout/radial5"/>
    <dgm:cxn modelId="{624258BA-03D2-48A6-AF39-756FBE3A7F79}" srcId="{74299C8F-008F-4C0D-AF9B-54090D4919B1}" destId="{8C09E95E-935E-4A9E-BEB7-7FACA6465979}" srcOrd="1" destOrd="0" parTransId="{E89952D2-895F-44AF-961B-C6698901EA27}" sibTransId="{6EED6BE4-F6F7-47EC-BDEA-53EB7A6AA3B7}"/>
    <dgm:cxn modelId="{F77315D0-4D5D-4E48-814F-7A0E066D8F83}" srcId="{A4205FAA-6426-47FF-8344-9BB05FE5453A}" destId="{74299C8F-008F-4C0D-AF9B-54090D4919B1}" srcOrd="0" destOrd="0" parTransId="{A88A1DA8-10CC-4E0C-892D-EA88E7CDBF10}" sibTransId="{A37D82DC-77CA-467E-A91C-6B42F6506397}"/>
    <dgm:cxn modelId="{595186D3-F83D-4E86-BEC5-234513768224}" srcId="{74299C8F-008F-4C0D-AF9B-54090D4919B1}" destId="{020D11F0-8B40-49BA-A404-8C504092FD3C}" srcOrd="2" destOrd="0" parTransId="{62B75DE2-A4C4-46FE-9190-3238834EFAD4}" sibTransId="{1B7E27E8-4AD7-4A92-B9D5-654C127049A5}"/>
    <dgm:cxn modelId="{DAC59CF2-21C2-441E-BE44-80F24981233F}" type="presOf" srcId="{62B75DE2-A4C4-46FE-9190-3238834EFAD4}" destId="{1392ED15-3A26-465B-8952-0E29B17A8752}" srcOrd="0" destOrd="0" presId="urn:microsoft.com/office/officeart/2005/8/layout/radial5"/>
    <dgm:cxn modelId="{1EB1C1BC-19A0-457F-81D1-8BB035F0825D}" type="presParOf" srcId="{B3EA0521-254A-4B81-B517-4F63A063E623}" destId="{8BE560AC-7973-4035-8C8F-9B5C08E3D9AE}" srcOrd="0" destOrd="0" presId="urn:microsoft.com/office/officeart/2005/8/layout/radial5"/>
    <dgm:cxn modelId="{DAFD1D0F-BD87-4F34-AE17-4F000FF39D88}" type="presParOf" srcId="{B3EA0521-254A-4B81-B517-4F63A063E623}" destId="{BABEB131-55DE-4E07-A015-41333710FBDF}" srcOrd="1" destOrd="0" presId="urn:microsoft.com/office/officeart/2005/8/layout/radial5"/>
    <dgm:cxn modelId="{AD204CDC-FF8A-4EBC-8488-41EE071C93F1}" type="presParOf" srcId="{BABEB131-55DE-4E07-A015-41333710FBDF}" destId="{1AE6281A-83F4-4EE1-A631-33CB4B4C6829}" srcOrd="0" destOrd="0" presId="urn:microsoft.com/office/officeart/2005/8/layout/radial5"/>
    <dgm:cxn modelId="{0D4CD695-0C82-4965-9C37-4F6E5FA64076}" type="presParOf" srcId="{B3EA0521-254A-4B81-B517-4F63A063E623}" destId="{55F652EE-7B3F-4993-BCF5-CA62DB71956E}" srcOrd="2" destOrd="0" presId="urn:microsoft.com/office/officeart/2005/8/layout/radial5"/>
    <dgm:cxn modelId="{30AE572A-B874-4571-99B5-61F09F2CC459}" type="presParOf" srcId="{B3EA0521-254A-4B81-B517-4F63A063E623}" destId="{56B2EC1F-25D6-415C-8455-55D1D168C830}" srcOrd="3" destOrd="0" presId="urn:microsoft.com/office/officeart/2005/8/layout/radial5"/>
    <dgm:cxn modelId="{BE58DB5B-714E-4505-9EDE-2E25C942449C}" type="presParOf" srcId="{56B2EC1F-25D6-415C-8455-55D1D168C830}" destId="{06D2BF35-D44F-43D4-B16B-2E56AF2C2058}" srcOrd="0" destOrd="0" presId="urn:microsoft.com/office/officeart/2005/8/layout/radial5"/>
    <dgm:cxn modelId="{CDB72717-8A57-4C77-9E46-35494B988CD4}" type="presParOf" srcId="{B3EA0521-254A-4B81-B517-4F63A063E623}" destId="{8684AB58-5755-4712-B02B-BE131004AE87}" srcOrd="4" destOrd="0" presId="urn:microsoft.com/office/officeart/2005/8/layout/radial5"/>
    <dgm:cxn modelId="{00DFC0B1-4334-4994-BC50-4B6672DFBF05}" type="presParOf" srcId="{B3EA0521-254A-4B81-B517-4F63A063E623}" destId="{1392ED15-3A26-465B-8952-0E29B17A8752}" srcOrd="5" destOrd="0" presId="urn:microsoft.com/office/officeart/2005/8/layout/radial5"/>
    <dgm:cxn modelId="{A68F5CD9-ED7F-476B-B831-0C8D7DCDB70C}" type="presParOf" srcId="{1392ED15-3A26-465B-8952-0E29B17A8752}" destId="{48E9A39D-0E0B-4274-82D1-90EA1A08BB48}" srcOrd="0" destOrd="0" presId="urn:microsoft.com/office/officeart/2005/8/layout/radial5"/>
    <dgm:cxn modelId="{DED76FB4-F810-42DB-8DAD-D6A42632BDED}" type="presParOf" srcId="{B3EA0521-254A-4B81-B517-4F63A063E623}" destId="{D0278300-5979-4D41-9A9B-1B772AB4A4C3}" srcOrd="6" destOrd="0" presId="urn:microsoft.com/office/officeart/2005/8/layout/radial5"/>
    <dgm:cxn modelId="{DDD3BFA9-5D03-4A0A-8416-FA912A376827}" type="presParOf" srcId="{B3EA0521-254A-4B81-B517-4F63A063E623}" destId="{AF5BBD8F-7C84-4E07-A644-BBAA8BCCBB13}" srcOrd="7" destOrd="0" presId="urn:microsoft.com/office/officeart/2005/8/layout/radial5"/>
    <dgm:cxn modelId="{7F8E3683-FF91-4909-9FD6-009B1987A30F}" type="presParOf" srcId="{AF5BBD8F-7C84-4E07-A644-BBAA8BCCBB13}" destId="{D3D223FA-A213-4DFB-A8AA-7DC8084E6568}" srcOrd="0" destOrd="0" presId="urn:microsoft.com/office/officeart/2005/8/layout/radial5"/>
    <dgm:cxn modelId="{65C09D14-5F24-4D08-95A9-ACA419D60604}" type="presParOf" srcId="{B3EA0521-254A-4B81-B517-4F63A063E623}" destId="{C1CF447E-A249-4722-B6C4-90D4325BFB02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BE560AC-7973-4035-8C8F-9B5C08E3D9AE}">
      <dsp:nvSpPr>
        <dsp:cNvPr id="0" name=""/>
        <dsp:cNvSpPr/>
      </dsp:nvSpPr>
      <dsp:spPr>
        <a:xfrm>
          <a:off x="3347317" y="1519001"/>
          <a:ext cx="1082229" cy="108222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1" kern="1200" dirty="0"/>
            <a:t>Мінерали</a:t>
          </a:r>
        </a:p>
      </dsp:txBody>
      <dsp:txXfrm>
        <a:off x="3505806" y="1677490"/>
        <a:ext cx="765251" cy="765251"/>
      </dsp:txXfrm>
    </dsp:sp>
    <dsp:sp modelId="{BABEB131-55DE-4E07-A015-41333710FBDF}">
      <dsp:nvSpPr>
        <dsp:cNvPr id="0" name=""/>
        <dsp:cNvSpPr/>
      </dsp:nvSpPr>
      <dsp:spPr>
        <a:xfrm rot="16200000">
          <a:off x="3773208" y="1124141"/>
          <a:ext cx="230447" cy="3679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100" b="1" kern="1200"/>
        </a:p>
      </dsp:txBody>
      <dsp:txXfrm>
        <a:off x="3807775" y="1232300"/>
        <a:ext cx="161313" cy="220774"/>
      </dsp:txXfrm>
    </dsp:sp>
    <dsp:sp modelId="{55F652EE-7B3F-4993-BCF5-CA62DB71956E}">
      <dsp:nvSpPr>
        <dsp:cNvPr id="0" name=""/>
        <dsp:cNvSpPr/>
      </dsp:nvSpPr>
      <dsp:spPr>
        <a:xfrm>
          <a:off x="3347317" y="1965"/>
          <a:ext cx="1082229" cy="108222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1" kern="1200" dirty="0"/>
            <a:t>Магній</a:t>
          </a:r>
        </a:p>
      </dsp:txBody>
      <dsp:txXfrm>
        <a:off x="3505806" y="160454"/>
        <a:ext cx="765251" cy="765251"/>
      </dsp:txXfrm>
    </dsp:sp>
    <dsp:sp modelId="{56B2EC1F-25D6-415C-8455-55D1D168C830}">
      <dsp:nvSpPr>
        <dsp:cNvPr id="0" name=""/>
        <dsp:cNvSpPr/>
      </dsp:nvSpPr>
      <dsp:spPr>
        <a:xfrm>
          <a:off x="4525204" y="1876136"/>
          <a:ext cx="230447" cy="3679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100" b="1" kern="1200"/>
        </a:p>
      </dsp:txBody>
      <dsp:txXfrm>
        <a:off x="4525204" y="1949728"/>
        <a:ext cx="161313" cy="220774"/>
      </dsp:txXfrm>
    </dsp:sp>
    <dsp:sp modelId="{8684AB58-5755-4712-B02B-BE131004AE87}">
      <dsp:nvSpPr>
        <dsp:cNvPr id="0" name=""/>
        <dsp:cNvSpPr/>
      </dsp:nvSpPr>
      <dsp:spPr>
        <a:xfrm>
          <a:off x="4864352" y="1519001"/>
          <a:ext cx="1082229" cy="108222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1" kern="1200" dirty="0"/>
            <a:t>Кальцій</a:t>
          </a:r>
        </a:p>
      </dsp:txBody>
      <dsp:txXfrm>
        <a:off x="5022841" y="1677490"/>
        <a:ext cx="765251" cy="765251"/>
      </dsp:txXfrm>
    </dsp:sp>
    <dsp:sp modelId="{1392ED15-3A26-465B-8952-0E29B17A8752}">
      <dsp:nvSpPr>
        <dsp:cNvPr id="0" name=""/>
        <dsp:cNvSpPr/>
      </dsp:nvSpPr>
      <dsp:spPr>
        <a:xfrm rot="5400000">
          <a:off x="3773208" y="2628132"/>
          <a:ext cx="230447" cy="3679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100" b="1" kern="1200"/>
        </a:p>
      </dsp:txBody>
      <dsp:txXfrm>
        <a:off x="3807775" y="2667157"/>
        <a:ext cx="161313" cy="220774"/>
      </dsp:txXfrm>
    </dsp:sp>
    <dsp:sp modelId="{D0278300-5979-4D41-9A9B-1B772AB4A4C3}">
      <dsp:nvSpPr>
        <dsp:cNvPr id="0" name=""/>
        <dsp:cNvSpPr/>
      </dsp:nvSpPr>
      <dsp:spPr>
        <a:xfrm>
          <a:off x="3347317" y="3036036"/>
          <a:ext cx="1082229" cy="108222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1" kern="1200" dirty="0"/>
            <a:t>Натрій</a:t>
          </a:r>
        </a:p>
      </dsp:txBody>
      <dsp:txXfrm>
        <a:off x="3505806" y="3194525"/>
        <a:ext cx="765251" cy="765251"/>
      </dsp:txXfrm>
    </dsp:sp>
    <dsp:sp modelId="{AF5BBD8F-7C84-4E07-A644-BBAA8BCCBB13}">
      <dsp:nvSpPr>
        <dsp:cNvPr id="0" name=""/>
        <dsp:cNvSpPr/>
      </dsp:nvSpPr>
      <dsp:spPr>
        <a:xfrm rot="10800000">
          <a:off x="3021212" y="1876136"/>
          <a:ext cx="230447" cy="367958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uk-UA" sz="1100" b="1" kern="1200"/>
        </a:p>
      </dsp:txBody>
      <dsp:txXfrm rot="10800000">
        <a:off x="3090346" y="1949728"/>
        <a:ext cx="161313" cy="220774"/>
      </dsp:txXfrm>
    </dsp:sp>
    <dsp:sp modelId="{C1CF447E-A249-4722-B6C4-90D4325BFB02}">
      <dsp:nvSpPr>
        <dsp:cNvPr id="0" name=""/>
        <dsp:cNvSpPr/>
      </dsp:nvSpPr>
      <dsp:spPr>
        <a:xfrm>
          <a:off x="1830281" y="1519001"/>
          <a:ext cx="1082229" cy="1082229"/>
        </a:xfrm>
        <a:prstGeom prst="ellips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2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uk-UA" sz="1300" b="1" kern="1200" dirty="0"/>
            <a:t>Калій</a:t>
          </a:r>
        </a:p>
      </dsp:txBody>
      <dsp:txXfrm>
        <a:off x="1988770" y="1677490"/>
        <a:ext cx="765251" cy="7652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1275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5395913" y="0"/>
            <a:ext cx="41275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B6EB10-2347-4F44-8326-3B6FD4976215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14350"/>
            <a:ext cx="3429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uk-UA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952500" y="3257550"/>
            <a:ext cx="7620000" cy="30861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41275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5395913" y="6513513"/>
            <a:ext cx="4127500" cy="3429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84E269-99AA-42F8-A31F-F03F392682C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4E269-99AA-42F8-A31F-F03F392682C0}" type="slidenum">
              <a:rPr lang="uk-UA" smtClean="0"/>
              <a:pPr/>
              <a:t>1</a:t>
            </a:fld>
            <a:endParaRPr lang="uk-UA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4E269-99AA-42F8-A31F-F03F392682C0}" type="slidenum">
              <a:rPr lang="uk-UA" smtClean="0"/>
              <a:pPr/>
              <a:t>2</a:t>
            </a:fld>
            <a:endParaRPr lang="uk-UA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4E269-99AA-42F8-A31F-F03F392682C0}" type="slidenum">
              <a:rPr lang="uk-UA" smtClean="0"/>
              <a:pPr/>
              <a:t>3</a:t>
            </a:fld>
            <a:endParaRPr lang="uk-UA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ображення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Місце для нотаток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784E269-99AA-42F8-A31F-F03F392682C0}" type="slidenum">
              <a:rPr lang="uk-UA" smtClean="0"/>
              <a:pPr/>
              <a:t>4</a:t>
            </a:fld>
            <a:endParaRPr lang="uk-UA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uk-UA"/>
              <a:t>Зразок підзаголовка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і об'є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'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4" name="Місце для вмісту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5" name="Місце для тексту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6" name="Місце для вмісту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7" name="Місце для дати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8" name="Місце для нижнього колонтитула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9" name="Місце для номера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дати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4" name="Місце для нижнього колонтитула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5" name="Місце для номера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3" name="Місце для нижнього колонтитула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4" name="Місце для номера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місту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Зображення з підписо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зображення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uk-UA"/>
          </a:p>
        </p:txBody>
      </p:sp>
      <p:sp>
        <p:nvSpPr>
          <p:cNvPr id="4" name="Місце для тексту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uk-UA"/>
              <a:t>Зразок тексту</a:t>
            </a:r>
          </a:p>
        </p:txBody>
      </p:sp>
      <p:sp>
        <p:nvSpPr>
          <p:cNvPr id="5" name="Місце для дати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вертикального тексту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Зразок заголовка</a:t>
            </a:r>
          </a:p>
        </p:txBody>
      </p:sp>
      <p:sp>
        <p:nvSpPr>
          <p:cNvPr id="3" name="Місце для тексту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Зразок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П'ятий рівень</a:t>
            </a:r>
          </a:p>
        </p:txBody>
      </p:sp>
      <p:sp>
        <p:nvSpPr>
          <p:cNvPr id="4" name="Місце для дати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DF0C53-075F-404A-9E61-CBA03434C1E9}" type="datetimeFigureOut">
              <a:rPr lang="uk-UA" smtClean="0"/>
              <a:pPr/>
              <a:t>25.05.2026</a:t>
            </a:fld>
            <a:endParaRPr lang="uk-UA"/>
          </a:p>
        </p:txBody>
      </p:sp>
      <p:sp>
        <p:nvSpPr>
          <p:cNvPr id="5" name="Місце для нижнього колонтитула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uk-UA"/>
          </a:p>
        </p:txBody>
      </p:sp>
      <p:sp>
        <p:nvSpPr>
          <p:cNvPr id="6" name="Місце для номера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A5ABB8-B159-493C-AF68-7561B5BC8BF0}" type="slidenum">
              <a:rPr lang="uk-UA" smtClean="0"/>
              <a:pPr/>
              <a:t>‹№›</a:t>
            </a:fld>
            <a:endParaRPr lang="uk-U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uk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slide" Target="slide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slide" Target="slide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11560" y="1"/>
            <a:ext cx="7772400" cy="1052736"/>
          </a:xfrm>
        </p:spPr>
        <p:txBody>
          <a:bodyPr/>
          <a:lstStyle/>
          <a:p>
            <a:r>
              <a:rPr lang="uk-UA" dirty="0"/>
              <a:t>Іонізатор</a:t>
            </a:r>
          </a:p>
        </p:txBody>
      </p:sp>
      <p:sp>
        <p:nvSpPr>
          <p:cNvPr id="3" name="Підзаголовок 2"/>
          <p:cNvSpPr>
            <a:spLocks noGrp="1"/>
          </p:cNvSpPr>
          <p:nvPr>
            <p:ph type="subTitle" idx="1"/>
          </p:nvPr>
        </p:nvSpPr>
        <p:spPr>
          <a:xfrm>
            <a:off x="1371600" y="5105400"/>
            <a:ext cx="6400800" cy="1752600"/>
          </a:xfrm>
        </p:spPr>
        <p:txBody>
          <a:bodyPr/>
          <a:lstStyle/>
          <a:p>
            <a:r>
              <a:rPr lang="uk-UA" dirty="0">
                <a:solidFill>
                  <a:schemeClr val="tx1"/>
                </a:solidFill>
              </a:rPr>
              <a:t>Безпечна і корисна вода для організму!</a:t>
            </a:r>
          </a:p>
        </p:txBody>
      </p:sp>
      <p:pic>
        <p:nvPicPr>
          <p:cNvPr id="4" name="Рисунок 3" descr="35.750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987824" y="1412776"/>
            <a:ext cx="3168352" cy="319359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Прямокутник 46"/>
          <p:cNvSpPr/>
          <p:nvPr/>
        </p:nvSpPr>
        <p:spPr>
          <a:xfrm>
            <a:off x="4499992" y="5013176"/>
            <a:ext cx="144016" cy="648072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grpSp>
        <p:nvGrpSpPr>
          <p:cNvPr id="22" name="Групувати 21"/>
          <p:cNvGrpSpPr/>
          <p:nvPr/>
        </p:nvGrpSpPr>
        <p:grpSpPr>
          <a:xfrm>
            <a:off x="3563888" y="1780017"/>
            <a:ext cx="4896544" cy="3196800"/>
            <a:chOff x="3563888" y="1780017"/>
            <a:chExt cx="4896544" cy="3196800"/>
          </a:xfrm>
        </p:grpSpPr>
        <p:sp>
          <p:nvSpPr>
            <p:cNvPr id="16" name="Округлений прямокутник 15"/>
            <p:cNvSpPr/>
            <p:nvPr/>
          </p:nvSpPr>
          <p:spPr>
            <a:xfrm>
              <a:off x="3563888" y="1780017"/>
              <a:ext cx="4896544" cy="3196800"/>
            </a:xfrm>
            <a:prstGeom prst="roundRect">
              <a:avLst>
                <a:gd name="adj" fmla="val 12706"/>
              </a:avLst>
            </a:prstGeom>
            <a:solidFill>
              <a:schemeClr val="bg2"/>
            </a:solid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 dirty="0"/>
            </a:p>
          </p:txBody>
        </p:sp>
        <p:sp>
          <p:nvSpPr>
            <p:cNvPr id="18" name="Округлений прямокутник 17"/>
            <p:cNvSpPr/>
            <p:nvPr/>
          </p:nvSpPr>
          <p:spPr>
            <a:xfrm>
              <a:off x="3599891" y="2420888"/>
              <a:ext cx="4817567" cy="2522728"/>
            </a:xfrm>
            <a:prstGeom prst="roundRect">
              <a:avLst>
                <a:gd name="adj" fmla="val 12706"/>
              </a:avLst>
            </a:prstGeom>
            <a:solidFill>
              <a:srgbClr val="00B0F0"/>
            </a:solidFill>
            <a:ln w="57150">
              <a:solidFill>
                <a:srgbClr val="00B0F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19" name="Прямокутник 18"/>
            <p:cNvSpPr/>
            <p:nvPr/>
          </p:nvSpPr>
          <p:spPr>
            <a:xfrm>
              <a:off x="4355976" y="2132856"/>
              <a:ext cx="432048" cy="2448272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uk-UA" sz="3600" dirty="0"/>
                <a:t>+</a:t>
              </a:r>
            </a:p>
          </p:txBody>
        </p:sp>
        <p:sp>
          <p:nvSpPr>
            <p:cNvPr id="21" name="Прямокутник 20"/>
            <p:cNvSpPr/>
            <p:nvPr/>
          </p:nvSpPr>
          <p:spPr>
            <a:xfrm>
              <a:off x="7236296" y="2132856"/>
              <a:ext cx="432048" cy="2448272"/>
            </a:xfrm>
            <a:prstGeom prst="rect">
              <a:avLst/>
            </a:prstGeom>
            <a:solidFill>
              <a:srgbClr val="0070C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uk-UA" sz="3600" dirty="0"/>
                <a:t>-</a:t>
              </a:r>
            </a:p>
          </p:txBody>
        </p:sp>
      </p:grp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19256" cy="836712"/>
          </a:xfrm>
        </p:spPr>
        <p:txBody>
          <a:bodyPr/>
          <a:lstStyle/>
          <a:p>
            <a:r>
              <a:rPr lang="uk-UA" dirty="0"/>
              <a:t>Будова пристрою</a:t>
            </a:r>
          </a:p>
        </p:txBody>
      </p:sp>
      <p:grpSp>
        <p:nvGrpSpPr>
          <p:cNvPr id="11" name="Групувати 10"/>
          <p:cNvGrpSpPr/>
          <p:nvPr/>
        </p:nvGrpSpPr>
        <p:grpSpPr>
          <a:xfrm>
            <a:off x="1187624" y="1780017"/>
            <a:ext cx="1296144" cy="3197155"/>
            <a:chOff x="1403648" y="2348880"/>
            <a:chExt cx="1080120" cy="2664296"/>
          </a:xfrm>
        </p:grpSpPr>
        <p:sp>
          <p:nvSpPr>
            <p:cNvPr id="3" name="Прямокутник 2">
              <a:hlinkClick r:id="" action="ppaction://hlinkshowjump?jump=nextslide"/>
            </p:cNvPr>
            <p:cNvSpPr/>
            <p:nvPr/>
          </p:nvSpPr>
          <p:spPr>
            <a:xfrm>
              <a:off x="1403648" y="2348880"/>
              <a:ext cx="1080120" cy="2664296"/>
            </a:xfrm>
            <a:prstGeom prst="rect">
              <a:avLst/>
            </a:prstGeom>
            <a:blipFill>
              <a:blip r:embed="rId3" cstate="print"/>
              <a:tile tx="0" ty="0" sx="100000" sy="100000" flip="none" algn="tl"/>
            </a:blip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4" name="Прямокутник 3"/>
            <p:cNvSpPr/>
            <p:nvPr/>
          </p:nvSpPr>
          <p:spPr>
            <a:xfrm>
              <a:off x="1439652" y="2960948"/>
              <a:ext cx="1008112" cy="144016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cxnSp>
        <p:nvCxnSpPr>
          <p:cNvPr id="6" name="Пряма сполучна лінія 5"/>
          <p:cNvCxnSpPr>
            <a:stCxn id="3" idx="2"/>
          </p:cNvCxnSpPr>
          <p:nvPr/>
        </p:nvCxnSpPr>
        <p:spPr>
          <a:xfrm>
            <a:off x="1835696" y="4977172"/>
            <a:ext cx="0" cy="1548172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 сполучна лінія 11"/>
          <p:cNvCxnSpPr/>
          <p:nvPr/>
        </p:nvCxnSpPr>
        <p:spPr>
          <a:xfrm flipH="1">
            <a:off x="1835696" y="6497960"/>
            <a:ext cx="4176464" cy="0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 сполучна лінія 23"/>
          <p:cNvCxnSpPr/>
          <p:nvPr/>
        </p:nvCxnSpPr>
        <p:spPr>
          <a:xfrm>
            <a:off x="6012160" y="2564904"/>
            <a:ext cx="0" cy="2304256"/>
          </a:xfrm>
          <a:prstGeom prst="line">
            <a:avLst/>
          </a:prstGeom>
          <a:ln w="38100">
            <a:solidFill>
              <a:schemeClr val="accent6">
                <a:lumMod val="75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 сполучна лінія 26"/>
          <p:cNvCxnSpPr/>
          <p:nvPr/>
        </p:nvCxnSpPr>
        <p:spPr>
          <a:xfrm>
            <a:off x="6012160" y="5013176"/>
            <a:ext cx="0" cy="1512168"/>
          </a:xfrm>
          <a:prstGeom prst="line">
            <a:avLst/>
          </a:prstGeom>
          <a:ln w="762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Стрілка вниз 29"/>
          <p:cNvSpPr/>
          <p:nvPr/>
        </p:nvSpPr>
        <p:spPr>
          <a:xfrm>
            <a:off x="1475656" y="1268760"/>
            <a:ext cx="720080" cy="1008112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2" name="TextBox 31"/>
          <p:cNvSpPr txBox="1"/>
          <p:nvPr/>
        </p:nvSpPr>
        <p:spPr>
          <a:xfrm>
            <a:off x="4824028" y="1124744"/>
            <a:ext cx="2376264" cy="461665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sz="2400" dirty="0"/>
              <a:t>Іонізація</a:t>
            </a:r>
          </a:p>
        </p:txBody>
      </p:sp>
      <p:sp>
        <p:nvSpPr>
          <p:cNvPr id="33" name="TextBox 32"/>
          <p:cNvSpPr txBox="1"/>
          <p:nvPr/>
        </p:nvSpPr>
        <p:spPr>
          <a:xfrm rot="16200000">
            <a:off x="-520533" y="3086207"/>
            <a:ext cx="2376264" cy="584775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sz="3200" dirty="0"/>
              <a:t>Фільтр</a:t>
            </a:r>
          </a:p>
        </p:txBody>
      </p:sp>
      <p:sp>
        <p:nvSpPr>
          <p:cNvPr id="35" name="Стрілка вправо 34"/>
          <p:cNvSpPr/>
          <p:nvPr/>
        </p:nvSpPr>
        <p:spPr>
          <a:xfrm>
            <a:off x="6156176" y="2420888"/>
            <a:ext cx="864096" cy="504056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Ca</a:t>
            </a:r>
            <a:endParaRPr lang="uk-UA" b="1" dirty="0"/>
          </a:p>
        </p:txBody>
      </p:sp>
      <p:sp>
        <p:nvSpPr>
          <p:cNvPr id="36" name="Стрілка вправо 35"/>
          <p:cNvSpPr/>
          <p:nvPr/>
        </p:nvSpPr>
        <p:spPr>
          <a:xfrm>
            <a:off x="5436096" y="2852936"/>
            <a:ext cx="864096" cy="504056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K</a:t>
            </a:r>
            <a:endParaRPr lang="uk-UA" b="1" dirty="0"/>
          </a:p>
        </p:txBody>
      </p:sp>
      <p:sp>
        <p:nvSpPr>
          <p:cNvPr id="37" name="Стрілка вправо 36"/>
          <p:cNvSpPr/>
          <p:nvPr/>
        </p:nvSpPr>
        <p:spPr>
          <a:xfrm>
            <a:off x="5868144" y="4437112"/>
            <a:ext cx="864096" cy="504056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Mg</a:t>
            </a:r>
            <a:endParaRPr lang="uk-UA" b="1" dirty="0"/>
          </a:p>
        </p:txBody>
      </p:sp>
      <p:sp>
        <p:nvSpPr>
          <p:cNvPr id="38" name="Стрілка вправо 37"/>
          <p:cNvSpPr/>
          <p:nvPr/>
        </p:nvSpPr>
        <p:spPr>
          <a:xfrm>
            <a:off x="6228184" y="3717032"/>
            <a:ext cx="864096" cy="504056"/>
          </a:xfrm>
          <a:prstGeom prst="righ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Na</a:t>
            </a:r>
            <a:endParaRPr lang="uk-UA" b="1" dirty="0"/>
          </a:p>
        </p:txBody>
      </p:sp>
      <p:sp>
        <p:nvSpPr>
          <p:cNvPr id="39" name="Стрілка вліво 38"/>
          <p:cNvSpPr/>
          <p:nvPr/>
        </p:nvSpPr>
        <p:spPr>
          <a:xfrm>
            <a:off x="5076056" y="4005064"/>
            <a:ext cx="864000" cy="504000"/>
          </a:xfrm>
          <a:prstGeom prst="lef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SO</a:t>
            </a:r>
            <a:r>
              <a:rPr lang="en-US" b="1" baseline="-25000" dirty="0"/>
              <a:t>4</a:t>
            </a:r>
            <a:endParaRPr lang="uk-UA" b="1" dirty="0"/>
          </a:p>
        </p:txBody>
      </p:sp>
      <p:sp>
        <p:nvSpPr>
          <p:cNvPr id="40" name="Стрілка вліво 39"/>
          <p:cNvSpPr/>
          <p:nvPr/>
        </p:nvSpPr>
        <p:spPr>
          <a:xfrm>
            <a:off x="5652120" y="3356992"/>
            <a:ext cx="864000" cy="504000"/>
          </a:xfrm>
          <a:prstGeom prst="leftArrow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Cl</a:t>
            </a:r>
            <a:endParaRPr lang="uk-UA" b="1" dirty="0"/>
          </a:p>
        </p:txBody>
      </p:sp>
      <p:sp>
        <p:nvSpPr>
          <p:cNvPr id="43" name="Прямокутник 42"/>
          <p:cNvSpPr/>
          <p:nvPr/>
        </p:nvSpPr>
        <p:spPr>
          <a:xfrm>
            <a:off x="7380312" y="5013176"/>
            <a:ext cx="144016" cy="64807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46" name="TextBox 45">
            <a:hlinkClick r:id="rId4" action="ppaction://hlinksldjump"/>
          </p:cNvPr>
          <p:cNvSpPr txBox="1"/>
          <p:nvPr/>
        </p:nvSpPr>
        <p:spPr>
          <a:xfrm>
            <a:off x="6516216" y="5661248"/>
            <a:ext cx="1872208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dirty="0"/>
              <a:t>лужна («жива»)</a:t>
            </a:r>
          </a:p>
          <a:p>
            <a:pPr algn="ctr"/>
            <a:r>
              <a:rPr lang="uk-UA" dirty="0"/>
              <a:t>вода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35896" y="5661248"/>
            <a:ext cx="1872208" cy="646331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dirty="0"/>
              <a:t>кисла («мертва»)</a:t>
            </a:r>
          </a:p>
          <a:p>
            <a:pPr algn="ctr"/>
            <a:r>
              <a:rPr lang="uk-UA" dirty="0"/>
              <a:t>вода</a:t>
            </a:r>
          </a:p>
        </p:txBody>
      </p:sp>
      <p:sp>
        <p:nvSpPr>
          <p:cNvPr id="31" name="Стрілка вниз 30"/>
          <p:cNvSpPr/>
          <p:nvPr/>
        </p:nvSpPr>
        <p:spPr>
          <a:xfrm rot="16200000">
            <a:off x="2123728" y="5993904"/>
            <a:ext cx="720080" cy="1008112"/>
          </a:xfrm>
          <a:prstGeom prst="downArrow">
            <a:avLst/>
          </a:prstGeom>
          <a:solidFill>
            <a:schemeClr val="bg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50" name="Прямокутник 49">
            <a:hlinkClick r:id="" action="ppaction://hlinkshowjump?jump=endshow"/>
          </p:cNvPr>
          <p:cNvSpPr/>
          <p:nvPr/>
        </p:nvSpPr>
        <p:spPr>
          <a:xfrm>
            <a:off x="8532440" y="0"/>
            <a:ext cx="611560" cy="61156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uk-UA" sz="3600" dirty="0"/>
              <a:t>х</a:t>
            </a:r>
          </a:p>
        </p:txBody>
      </p:sp>
    </p:spTree>
  </p:cSld>
  <p:clrMapOvr>
    <a:masterClrMapping/>
  </p:clrMapOvr>
  <p:transition advClick="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4.35708E-6 L -4.44444E-6 0.3883 " pathEditMode="relative" rAng="0" ptsTypes="AA">
                                      <p:cBhvr>
                                        <p:cTn id="6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94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3" presetClass="path" presetSubtype="0" repeatCount="indefinite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2222E-6 2.75671E-6 L 0.30729 0.00393 " pathEditMode="relative" rAng="0" ptsTypes="AA">
                                      <p:cBhvr>
                                        <p:cTn id="8" dur="3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" y="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19256" cy="836712"/>
          </a:xfrm>
        </p:spPr>
        <p:txBody>
          <a:bodyPr/>
          <a:lstStyle/>
          <a:p>
            <a:r>
              <a:rPr lang="uk-UA" dirty="0"/>
              <a:t>Фільтр</a:t>
            </a:r>
          </a:p>
        </p:txBody>
      </p:sp>
      <p:grpSp>
        <p:nvGrpSpPr>
          <p:cNvPr id="7" name="Групувати 10"/>
          <p:cNvGrpSpPr/>
          <p:nvPr/>
        </p:nvGrpSpPr>
        <p:grpSpPr>
          <a:xfrm>
            <a:off x="1043608" y="1772816"/>
            <a:ext cx="1656184" cy="4085254"/>
            <a:chOff x="1403648" y="2348880"/>
            <a:chExt cx="1080120" cy="2664296"/>
          </a:xfrm>
        </p:grpSpPr>
        <p:sp>
          <p:nvSpPr>
            <p:cNvPr id="3" name="Прямокутник 2"/>
            <p:cNvSpPr/>
            <p:nvPr/>
          </p:nvSpPr>
          <p:spPr>
            <a:xfrm>
              <a:off x="1403648" y="2348880"/>
              <a:ext cx="1080120" cy="2664296"/>
            </a:xfrm>
            <a:prstGeom prst="rect">
              <a:avLst/>
            </a:prstGeom>
            <a:blipFill>
              <a:blip r:embed="rId3" cstate="print"/>
              <a:tile tx="0" ty="0" sx="100000" sy="100000" flip="none" algn="tl"/>
            </a:blipFill>
            <a:ln w="571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  <p:sp>
          <p:nvSpPr>
            <p:cNvPr id="4" name="Прямокутник 3"/>
            <p:cNvSpPr/>
            <p:nvPr/>
          </p:nvSpPr>
          <p:spPr>
            <a:xfrm>
              <a:off x="1439652" y="2960948"/>
              <a:ext cx="1008112" cy="1440160"/>
            </a:xfrm>
            <a:prstGeom prst="rect">
              <a:avLst/>
            </a:prstGeom>
            <a:solidFill>
              <a:schemeClr val="accent2">
                <a:lumMod val="5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uk-UA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3851920" y="2476615"/>
            <a:ext cx="3888432" cy="267765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sz="2400" b="1" dirty="0"/>
              <a:t>Очищає  від</a:t>
            </a:r>
          </a:p>
          <a:p>
            <a:endParaRPr lang="uk-UA" sz="2400" dirty="0"/>
          </a:p>
          <a:p>
            <a:pPr>
              <a:buFont typeface="Wingdings" pitchFamily="2" charset="2"/>
              <a:buChar char="ü"/>
            </a:pPr>
            <a:r>
              <a:rPr lang="uk-UA" sz="2400" dirty="0"/>
              <a:t>солей</a:t>
            </a:r>
          </a:p>
          <a:p>
            <a:pPr>
              <a:buFont typeface="Wingdings" pitchFamily="2" charset="2"/>
              <a:buChar char="ü"/>
            </a:pPr>
            <a:endParaRPr lang="uk-UA" sz="2400" dirty="0"/>
          </a:p>
          <a:p>
            <a:pPr>
              <a:buFont typeface="Wingdings" pitchFamily="2" charset="2"/>
              <a:buChar char="ü"/>
            </a:pPr>
            <a:r>
              <a:rPr lang="uk-UA" sz="2400" dirty="0"/>
              <a:t>тяжких металів</a:t>
            </a:r>
          </a:p>
          <a:p>
            <a:pPr>
              <a:buFont typeface="Wingdings" pitchFamily="2" charset="2"/>
              <a:buChar char="ü"/>
            </a:pPr>
            <a:endParaRPr lang="uk-UA" sz="2400" dirty="0"/>
          </a:p>
          <a:p>
            <a:pPr>
              <a:buFont typeface="Wingdings" pitchFamily="2" charset="2"/>
              <a:buChar char="ü"/>
            </a:pPr>
            <a:r>
              <a:rPr lang="uk-UA" sz="2400" dirty="0"/>
              <a:t>бактерій</a:t>
            </a:r>
          </a:p>
        </p:txBody>
      </p:sp>
      <p:sp>
        <p:nvSpPr>
          <p:cNvPr id="34" name="Стрілка вліво 33">
            <a:hlinkClick r:id="rId4" action="ppaction://hlinksldjump"/>
          </p:cNvPr>
          <p:cNvSpPr/>
          <p:nvPr/>
        </p:nvSpPr>
        <p:spPr>
          <a:xfrm>
            <a:off x="179512" y="6165304"/>
            <a:ext cx="611560" cy="484632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ransition advClick="0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19256" cy="836712"/>
          </a:xfrm>
        </p:spPr>
        <p:txBody>
          <a:bodyPr/>
          <a:lstStyle/>
          <a:p>
            <a:r>
              <a:rPr lang="uk-UA" dirty="0"/>
              <a:t>Лужна («жива») вода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231740" y="5661248"/>
            <a:ext cx="4680520" cy="830997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uk-UA" sz="2400" dirty="0"/>
              <a:t>Нейтралізує підвищену кислотність організму</a:t>
            </a:r>
          </a:p>
        </p:txBody>
      </p:sp>
      <p:graphicFrame>
        <p:nvGraphicFramePr>
          <p:cNvPr id="12" name="Схема 11"/>
          <p:cNvGraphicFramePr/>
          <p:nvPr/>
        </p:nvGraphicFramePr>
        <p:xfrm>
          <a:off x="683568" y="1196752"/>
          <a:ext cx="7776864" cy="4120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3" name="Стрілка вліво 12">
            <a:hlinkClick r:id="rId8" action="ppaction://hlinksldjump"/>
          </p:cNvPr>
          <p:cNvSpPr/>
          <p:nvPr/>
        </p:nvSpPr>
        <p:spPr>
          <a:xfrm>
            <a:off x="179512" y="6165304"/>
            <a:ext cx="611560" cy="484632"/>
          </a:xfrm>
          <a:prstGeom prst="lef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</p:spTree>
  </p:cSld>
  <p:clrMapOvr>
    <a:masterClrMapping/>
  </p:clrMapOvr>
  <p:transition advClick="0"/>
</p:sld>
</file>

<file path=ppt/theme/theme1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</Words>
  <Application>Microsoft Office PowerPoint</Application>
  <PresentationFormat>Екран (4:3)</PresentationFormat>
  <Paragraphs>37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8" baseType="lpstr">
      <vt:lpstr>Arial</vt:lpstr>
      <vt:lpstr>Calibri</vt:lpstr>
      <vt:lpstr>Wingdings</vt:lpstr>
      <vt:lpstr>Тема Office</vt:lpstr>
      <vt:lpstr>Іонізатор</vt:lpstr>
      <vt:lpstr>Будова пристрою</vt:lpstr>
      <vt:lpstr>Фільтр</vt:lpstr>
      <vt:lpstr>Лужна («жива») вода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Teacher</cp:lastModifiedBy>
  <cp:revision>2</cp:revision>
  <dcterms:created xsi:type="dcterms:W3CDTF">2019-04-16T06:25:43Z</dcterms:created>
  <dcterms:modified xsi:type="dcterms:W3CDTF">2026-05-25T16:01:36Z</dcterms:modified>
</cp:coreProperties>
</file>