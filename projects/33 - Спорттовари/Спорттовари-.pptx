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8"/>
  </p:notesMasterIdLst>
  <p:sldIdLst>
    <p:sldId id="256" r:id="rId2"/>
    <p:sldId id="264" r:id="rId3"/>
    <p:sldId id="265" r:id="rId4"/>
    <p:sldId id="266" r:id="rId5"/>
    <p:sldId id="263" r:id="rId6"/>
    <p:sldId id="262" r:id="rId7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21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AE0F6B-E25A-4BE3-BF8F-33676F46464D}" type="datetimeFigureOut">
              <a:rPr lang="uk-UA" smtClean="0"/>
              <a:pPr/>
              <a:t>09.07.2025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471E1-1186-4931-AC9C-26497353114D}" type="slidenum">
              <a:rPr lang="uk-UA" smtClean="0"/>
              <a:pPr/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Магазин </a:t>
            </a:r>
            <a:r>
              <a:rPr lang="uk-UA" b="1" baseline="0" dirty="0"/>
              <a:t>«</a:t>
            </a:r>
            <a:r>
              <a:rPr lang="uk-UA" b="0" baseline="0" dirty="0" err="1"/>
              <a:t>О</a:t>
            </a:r>
            <a:r>
              <a:rPr lang="uk-UA" dirty="0" err="1"/>
              <a:t>го-Спорт</a:t>
            </a:r>
            <a:r>
              <a:rPr lang="uk-UA" b="0" baseline="0" dirty="0"/>
              <a:t>»</a:t>
            </a:r>
            <a:endParaRPr lang="uk-UA" b="0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A471E1-1186-4931-AC9C-26497353114D}" type="slidenum">
              <a:rPr lang="uk-UA" smtClean="0"/>
              <a:pPr/>
              <a:t>1</a:t>
            </a:fld>
            <a:endParaRPr lang="uk-U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Вставте </a:t>
            </a:r>
            <a:r>
              <a:rPr lang="uk-UA" b="1" dirty="0"/>
              <a:t>стовпчасту</a:t>
            </a:r>
            <a:r>
              <a:rPr lang="uk-UA" baseline="0" dirty="0"/>
              <a:t> діаграму продажу </a:t>
            </a:r>
            <a:r>
              <a:rPr lang="uk-UA" b="1" baseline="0" dirty="0"/>
              <a:t>гантелей наборних хромованих 10 кг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A471E1-1186-4931-AC9C-26497353114D}" type="slidenum">
              <a:rPr lang="uk-UA" smtClean="0"/>
              <a:pPr/>
              <a:t>2</a:t>
            </a:fld>
            <a:endParaRPr lang="uk-U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Вставте </a:t>
            </a:r>
            <a:r>
              <a:rPr lang="uk-UA" b="1" dirty="0"/>
              <a:t>кругову</a:t>
            </a:r>
            <a:r>
              <a:rPr lang="uk-UA" dirty="0"/>
              <a:t> діаграму продажу</a:t>
            </a:r>
            <a:r>
              <a:rPr lang="uk-UA" baseline="0" dirty="0"/>
              <a:t> товарів</a:t>
            </a:r>
            <a:r>
              <a:rPr lang="uk-UA" dirty="0"/>
              <a:t> за </a:t>
            </a:r>
            <a:r>
              <a:rPr lang="uk-UA" b="1" dirty="0"/>
              <a:t>січень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A471E1-1186-4931-AC9C-26497353114D}" type="slidenum">
              <a:rPr lang="uk-UA" smtClean="0"/>
              <a:pPr/>
              <a:t>3</a:t>
            </a:fld>
            <a:endParaRPr lang="uk-U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Вставте</a:t>
            </a:r>
            <a:r>
              <a:rPr lang="uk-UA" baseline="0" dirty="0"/>
              <a:t> </a:t>
            </a:r>
            <a:r>
              <a:rPr lang="uk-UA" b="1" baseline="0" dirty="0"/>
              <a:t>стовпчасту </a:t>
            </a:r>
            <a:r>
              <a:rPr lang="uk-UA" baseline="0" dirty="0"/>
              <a:t>діаграму продажу </a:t>
            </a:r>
            <a:r>
              <a:rPr lang="uk-UA" b="1" baseline="0" dirty="0"/>
              <a:t>килимків </a:t>
            </a:r>
            <a:r>
              <a:rPr lang="uk-UA" b="0" baseline="0" dirty="0"/>
              <a:t>та</a:t>
            </a:r>
            <a:r>
              <a:rPr lang="uk-UA" b="1" baseline="0" dirty="0"/>
              <a:t> обручів</a:t>
            </a:r>
            <a:endParaRPr lang="uk-UA" b="0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A471E1-1186-4931-AC9C-26497353114D}" type="slidenum">
              <a:rPr lang="uk-UA" smtClean="0"/>
              <a:pPr/>
              <a:t>4</a:t>
            </a:fld>
            <a:endParaRPr lang="uk-U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Зобразіть (з</a:t>
            </a:r>
            <a:r>
              <a:rPr lang="uk-UA" baseline="0" dirty="0"/>
              <a:t> підписами) товари з групи </a:t>
            </a:r>
            <a:r>
              <a:rPr lang="uk-UA" b="1" baseline="0" dirty="0"/>
              <a:t>«Фітнес та аеробіка»</a:t>
            </a:r>
            <a:endParaRPr lang="uk-UA" b="1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A471E1-1186-4931-AC9C-26497353114D}" type="slidenum">
              <a:rPr lang="uk-UA" smtClean="0"/>
              <a:pPr/>
              <a:t>5</a:t>
            </a:fld>
            <a:endParaRPr lang="uk-U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Зобразіть</a:t>
            </a:r>
            <a:r>
              <a:rPr lang="uk-UA" baseline="0" dirty="0"/>
              <a:t> (з підписами) товари з групи </a:t>
            </a:r>
            <a:r>
              <a:rPr lang="uk-UA" b="1" baseline="0" dirty="0"/>
              <a:t>«Важка атлетика»</a:t>
            </a:r>
            <a:endParaRPr lang="uk-UA" b="1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A471E1-1186-4931-AC9C-26497353114D}" type="slidenum">
              <a:rPr lang="uk-UA" smtClean="0"/>
              <a:pPr/>
              <a:t>6</a:t>
            </a:fld>
            <a:endParaRPr lang="uk-U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3048000" y="3124200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9" name="Підзаголовок 8"/>
          <p:cNvSpPr>
            <a:spLocks noGrp="1"/>
          </p:cNvSpPr>
          <p:nvPr>
            <p:ph type="subTitle" idx="1"/>
          </p:nvPr>
        </p:nvSpPr>
        <p:spPr>
          <a:xfrm>
            <a:off x="3048000" y="5003322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uk-UA"/>
              <a:t>Зразок підзаголовка</a:t>
            </a:r>
            <a:endParaRPr kumimoji="0" lang="en-US"/>
          </a:p>
        </p:txBody>
      </p:sp>
      <p:sp>
        <p:nvSpPr>
          <p:cNvPr id="28" name="Місце для дати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fld id="{2846F0EC-9185-4462-908D-6192ACD686C1}" type="datetimeFigureOut">
              <a:rPr lang="uk-UA" smtClean="0"/>
              <a:pPr/>
              <a:t>09.07.2025</a:t>
            </a:fld>
            <a:endParaRPr lang="uk-UA"/>
          </a:p>
        </p:txBody>
      </p:sp>
      <p:sp>
        <p:nvSpPr>
          <p:cNvPr id="17" name="Місце для нижнього колонтитула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uk-UA"/>
          </a:p>
        </p:txBody>
      </p:sp>
      <p:sp>
        <p:nvSpPr>
          <p:cNvPr id="10" name="Прямокутник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Прямокутник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4" name="Прямокутник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Прямокутник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Пряма сполучна лінія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8" name="Пряма сполучна лінія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0" name="Пряма сполучна лінія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6" name="Пряма сполучна лінія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5" name="Пряма сполучна лінія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2" name="Пряма сполучна лінія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7" name="Прямокутник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5" name="Овал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9" name="Місце для номера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8" name="Місце для вмісту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846F0EC-9185-4462-908D-6192ACD686C1}" type="datetimeFigureOut">
              <a:rPr lang="uk-UA" smtClean="0"/>
              <a:pPr/>
              <a:t>09.07.2025</a:t>
            </a:fld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10" name="Місце для нижнього колонтитула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озділу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0" y="2895600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3048000" y="5010150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fld id="{2846F0EC-9185-4462-908D-6192ACD686C1}" type="datetimeFigureOut">
              <a:rPr lang="uk-UA" smtClean="0"/>
              <a:pPr/>
              <a:t>09.07.2025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uk-UA"/>
          </a:p>
        </p:txBody>
      </p:sp>
      <p:sp>
        <p:nvSpPr>
          <p:cNvPr id="9" name="Прямокутник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Прямокутник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Прямокутник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Прямокутник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Пряма сполучна лінія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4" name="Пряма сполучна лінія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5" name="Пряма сполучна лінія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6" name="Пряма сполучна лінія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7" name="Пряма сполучна лінія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8" name="Прямокутник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6" name="Пряма сполучна лінія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F0EC-9185-4462-908D-6192ACD686C1}" type="datetimeFigureOut">
              <a:rPr lang="uk-UA" smtClean="0"/>
              <a:pPr/>
              <a:t>09.07.2025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9" name="Місце для вмісту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11" name="Місце для вмісту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F0EC-9185-4462-908D-6192ACD686C1}" type="datetimeFigureOut">
              <a:rPr lang="uk-UA" smtClean="0"/>
              <a:pPr/>
              <a:t>09.07.2025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11" name="Місце для вмісту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13" name="Місце для вмісту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12" name="Місце для тексту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14" name="Місце для тексту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6" name="Місце для дати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846F0EC-9185-4462-908D-6192ACD686C1}" type="datetimeFigureOut">
              <a:rPr lang="uk-UA" smtClean="0"/>
              <a:pPr/>
              <a:t>09.07.2025</a:t>
            </a:fld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F0EC-9185-4462-908D-6192ACD686C1}" type="datetimeFigureOut">
              <a:rPr lang="uk-UA" smtClean="0"/>
              <a:pPr/>
              <a:t>09.07.2025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з підписом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 сполучна лінія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8" name="Пряма сполучна лінія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Пряма сполучна лінія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11" name="Пряма сполучна лінія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2" name="Прямокутник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Пряма сполучна лінія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4" name="Овал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8" name="Місце для вмісту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21" name="Місце для дати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846F0EC-9185-4462-908D-6192ACD686C1}" type="datetimeFigureOut">
              <a:rPr lang="uk-UA" smtClean="0"/>
              <a:pPr/>
              <a:t>09.07.2025</a:t>
            </a:fld>
            <a:endParaRPr lang="uk-UA"/>
          </a:p>
        </p:txBody>
      </p:sp>
      <p:sp>
        <p:nvSpPr>
          <p:cNvPr id="22" name="Місце для номера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3" name="Місце для нижнього колонтитула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uk-U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 сполучна лінія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3" name="Овал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uk-UA"/>
              <a:t>Клацніть піктограму, щоб додати зображення</a:t>
            </a:r>
            <a:endParaRPr kumimoji="0" lang="en-US" dirty="0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10" name="Пряма сполучна лінія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1" name="Прямокутник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Пряма сполучна лінія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9" name="Пряма сполучна лінія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20" name="Пряма сполучна лінія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17" name="Місце для дати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846F0EC-9185-4462-908D-6192ACD686C1}" type="datetimeFigureOut">
              <a:rPr lang="uk-UA" smtClean="0"/>
              <a:pPr/>
              <a:t>09.07.2025</a:t>
            </a:fld>
            <a:endParaRPr lang="uk-UA"/>
          </a:p>
        </p:txBody>
      </p:sp>
      <p:sp>
        <p:nvSpPr>
          <p:cNvPr id="18" name="Місце для номера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1" name="Місце для нижнього колонтитула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F0EC-9185-4462-908D-6192ACD686C1}" type="datetimeFigureOut">
              <a:rPr lang="uk-UA" smtClean="0"/>
              <a:pPr/>
              <a:t>09.07.2025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F0EC-9185-4462-908D-6192ACD686C1}" type="datetimeFigureOut">
              <a:rPr lang="uk-UA" smtClean="0"/>
              <a:pPr/>
              <a:t>09.07.2025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 сполучна лінія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22" name="Місце для заголовка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13" name="Місце для тексту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uk-UA"/>
              <a:t>Зразок тексту</a:t>
            </a:r>
          </a:p>
          <a:p>
            <a:pPr lvl="1" eaLnBrk="1" latinLnBrk="0" hangingPunct="1"/>
            <a:r>
              <a:rPr kumimoji="0" lang="uk-UA"/>
              <a:t>Другий рівень</a:t>
            </a:r>
          </a:p>
          <a:p>
            <a:pPr lvl="2" eaLnBrk="1" latinLnBrk="0" hangingPunct="1"/>
            <a:r>
              <a:rPr kumimoji="0" lang="uk-UA"/>
              <a:t>Третій рівень</a:t>
            </a:r>
          </a:p>
          <a:p>
            <a:pPr lvl="3" eaLnBrk="1" latinLnBrk="0" hangingPunct="1"/>
            <a:r>
              <a:rPr kumimoji="0" lang="uk-UA"/>
              <a:t>Четвертий рівень</a:t>
            </a:r>
          </a:p>
          <a:p>
            <a:pPr lvl="4" eaLnBrk="1" latinLnBrk="0" hangingPunct="1"/>
            <a:r>
              <a:rPr kumimoji="0" lang="uk-UA"/>
              <a:t>П'ятий рівень</a:t>
            </a:r>
            <a:endParaRPr kumimoji="0" lang="en-US"/>
          </a:p>
        </p:txBody>
      </p:sp>
      <p:sp>
        <p:nvSpPr>
          <p:cNvPr id="14" name="Місце для дати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2846F0EC-9185-4462-908D-6192ACD686C1}" type="datetimeFigureOut">
              <a:rPr lang="uk-UA" smtClean="0"/>
              <a:pPr/>
              <a:t>09.07.2025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7" name="Пряма сполучна лінія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Пряма сполучна лінія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Прямокутник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Пряма сполучна лінія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2" name="Овал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3" name="Місце для номера слайда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076C49A-41F7-46B5-9BF6-E7B8A38F6BB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38400" y="274638"/>
            <a:ext cx="7772400" cy="778098"/>
          </a:xfrm>
        </p:spPr>
        <p:txBody>
          <a:bodyPr/>
          <a:lstStyle/>
          <a:p>
            <a:endParaRPr lang="uk-U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38400" y="274638"/>
            <a:ext cx="7772400" cy="778098"/>
          </a:xfrm>
        </p:spPr>
        <p:txBody>
          <a:bodyPr/>
          <a:lstStyle/>
          <a:p>
            <a:endParaRPr lang="uk-UA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льков">
  <a:themeElements>
    <a:clrScheme name="Альков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Альков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Альков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0</TotalTime>
  <Words>58</Words>
  <Application>Microsoft Office PowerPoint</Application>
  <PresentationFormat>Широкий екран</PresentationFormat>
  <Paragraphs>12</Paragraphs>
  <Slides>6</Slides>
  <Notes>6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Calibri</vt:lpstr>
      <vt:lpstr>Century Schoolbook</vt:lpstr>
      <vt:lpstr>Wingdings</vt:lpstr>
      <vt:lpstr>Wingdings 2</vt:lpstr>
      <vt:lpstr>Альков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Teacher</cp:lastModifiedBy>
  <cp:revision>2</cp:revision>
  <dcterms:created xsi:type="dcterms:W3CDTF">2018-03-18T10:21:07Z</dcterms:created>
  <dcterms:modified xsi:type="dcterms:W3CDTF">2025-07-09T16:03:20Z</dcterms:modified>
</cp:coreProperties>
</file>