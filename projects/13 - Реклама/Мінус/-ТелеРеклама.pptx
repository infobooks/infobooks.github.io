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4"/>
  </p:notesMasterIdLst>
  <p:sldIdLst>
    <p:sldId id="282" r:id="rId2"/>
    <p:sldId id="281" r:id="rId3"/>
    <p:sldId id="275" r:id="rId4"/>
    <p:sldId id="283" r:id="rId5"/>
    <p:sldId id="276" r:id="rId6"/>
    <p:sldId id="277" r:id="rId7"/>
    <p:sldId id="278" r:id="rId8"/>
    <p:sldId id="286" r:id="rId9"/>
    <p:sldId id="272" r:id="rId10"/>
    <p:sldId id="284" r:id="rId11"/>
    <p:sldId id="279" r:id="rId12"/>
    <p:sldId id="28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43" autoAdjust="0"/>
    <p:restoredTop sz="86324" autoAdjust="0"/>
  </p:normalViewPr>
  <p:slideViewPr>
    <p:cSldViewPr>
      <p:cViewPr varScale="1">
        <p:scale>
          <a:sx n="71" d="100"/>
          <a:sy n="71" d="100"/>
        </p:scale>
        <p:origin x="826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38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7A704-9F1C-4FD3-85D1-57AF2D7FD0E8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BFB8C-BBFF-4397-A51C-1E92596422A9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BFB8C-BBFF-4397-A51C-1E92596422A9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4144" y="435936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uk-UA" noProof="1"/>
              <a:t>Зразок заголовка</a:t>
            </a:r>
            <a:endParaRPr lang="en-US" dirty="0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/>
          <a:lstStyle>
            <a:lvl1pPr marL="7315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uk-UA" noProof="1"/>
              <a:t>Зразок підзаголовка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8" name="Oval 7"/>
          <p:cNvSpPr/>
          <p:nvPr/>
        </p:nvSpPr>
        <p:spPr>
          <a:xfrm>
            <a:off x="1228577" y="1413802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9" name="Oval 8"/>
          <p:cNvSpPr/>
          <p:nvPr/>
        </p:nvSpPr>
        <p:spPr>
          <a:xfrm>
            <a:off x="1542901" y="1345016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3853" y="-54"/>
            <a:ext cx="9144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37856" y="2600325"/>
            <a:ext cx="85344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100138"/>
            <a:ext cx="8534400" cy="1509712"/>
          </a:xfrm>
        </p:spPr>
        <p:txBody>
          <a:bodyPr anchor="b"/>
          <a:lstStyle>
            <a:lvl1pPr marL="27432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 bwMode="invGray">
          <a:xfrm>
            <a:off x="3048000" y="0"/>
            <a:ext cx="1016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8" name="Oval 7"/>
          <p:cNvSpPr/>
          <p:nvPr/>
        </p:nvSpPr>
        <p:spPr>
          <a:xfrm>
            <a:off x="2896428" y="2814656"/>
            <a:ext cx="280416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50000" t="50000" r="100000" b="1250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9" name="Oval 8"/>
          <p:cNvSpPr/>
          <p:nvPr/>
        </p:nvSpPr>
        <p:spPr>
          <a:xfrm>
            <a:off x="3210752" y="2745870"/>
            <a:ext cx="85344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e 8"/>
          <p:cNvSpPr/>
          <p:nvPr/>
        </p:nvSpPr>
        <p:spPr>
          <a:xfrm>
            <a:off x="-1087902" y="-815922"/>
            <a:ext cx="2185183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0" name="Oval 9"/>
          <p:cNvSpPr/>
          <p:nvPr/>
        </p:nvSpPr>
        <p:spPr>
          <a:xfrm>
            <a:off x="225089" y="21103"/>
            <a:ext cx="2269588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1" name="Donut 10"/>
          <p:cNvSpPr/>
          <p:nvPr/>
        </p:nvSpPr>
        <p:spPr>
          <a:xfrm rot="2315675">
            <a:off x="243842" y="1055077"/>
            <a:ext cx="1500956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1378633" y="-54"/>
            <a:ext cx="10841503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283464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217920" y="328278"/>
            <a:ext cx="536448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283464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969336"/>
            <a:ext cx="536448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353312" y="0"/>
            <a:ext cx="10838688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508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435100"/>
            <a:ext cx="5080000" cy="698500"/>
          </a:xfrm>
        </p:spPr>
        <p:txBody>
          <a:bodyPr/>
          <a:lstStyle>
            <a:lvl1pPr marL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609600" y="2133601"/>
            <a:ext cx="108712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uk-UA"/>
              <a:t>Зразок заголовка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0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latinLnBrk="0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>
              <a:buNone/>
              <a:defRPr sz="3200"/>
            </a:lvl1pPr>
            <a:extLst/>
          </a:lstStyle>
          <a:p>
            <a:pPr marL="0" algn="l"/>
            <a:r>
              <a:rPr lang="uk-UA" dirty="0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uk-UA"/>
              <a:t>Зразок тексту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A4771-C6EF-4B99-81F4-D30BE4E017A0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0B41CA-569D-40E7-8E58-026C0338B2C8}" type="slidenum">
              <a:rPr lang="en-US" smtClean="0"/>
              <a:pPr/>
              <a:t>‹№›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1087902" y="-815922"/>
            <a:ext cx="2185183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8" name="Oval 7"/>
          <p:cNvSpPr/>
          <p:nvPr/>
        </p:nvSpPr>
        <p:spPr>
          <a:xfrm>
            <a:off x="225089" y="21103"/>
            <a:ext cx="2269588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1" name="Donut 10"/>
          <p:cNvSpPr/>
          <p:nvPr/>
        </p:nvSpPr>
        <p:spPr>
          <a:xfrm rot="2315675">
            <a:off x="243842" y="1055077"/>
            <a:ext cx="1500956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85000" t="100000" r="1000000" b="30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12" name="Rectangle 11"/>
          <p:cNvSpPr/>
          <p:nvPr/>
        </p:nvSpPr>
        <p:spPr>
          <a:xfrm>
            <a:off x="1350498" y="-54"/>
            <a:ext cx="10841503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uk-UA" noProof="1"/>
              <a:t>Зразок заголовка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uk-UA" noProof="1"/>
              <a:t>Зразок тексту</a:t>
            </a:r>
          </a:p>
          <a:p>
            <a:pPr lvl="1"/>
            <a:r>
              <a:rPr lang="uk-UA" noProof="1"/>
              <a:t>Другий рівень</a:t>
            </a:r>
          </a:p>
          <a:p>
            <a:pPr lvl="2"/>
            <a:r>
              <a:rPr lang="uk-UA" noProof="1"/>
              <a:t>Третій рівень</a:t>
            </a:r>
          </a:p>
          <a:p>
            <a:pPr lvl="3"/>
            <a:r>
              <a:rPr lang="uk-UA" noProof="1"/>
              <a:t>Четвертий рівень</a:t>
            </a:r>
          </a:p>
          <a:p>
            <a:pPr lvl="4"/>
            <a:r>
              <a:rPr lang="uk-UA" noProof="1"/>
              <a:t>П'ятий рівень</a:t>
            </a:r>
            <a:endParaRPr lang="en-US"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 algn="r"/>
            <a:fld id="{D80A4771-C6EF-4B99-81F4-D30BE4E017A0}" type="datetimeFigureOut">
              <a:rPr lang="en-US" smtClean="0"/>
              <a:pPr algn="r"/>
              <a:t>7/29/2026</a:t>
            </a:fld>
            <a:endParaRPr lang="en-US" sz="1200" dirty="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>
              <a:defRPr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US" sz="1200" dirty="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>
              <a:defRPr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/>
            <a:fld id="{990B41CA-569D-40E7-8E58-026C0338B2C8}" type="slidenum">
              <a:rPr lang="en-US" smtClean="0"/>
              <a:pPr algn="ctr"/>
              <a:t>‹№›</a:t>
            </a:fld>
            <a:endParaRPr lang="en-US" sz="1200" dirty="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353312" y="-54"/>
            <a:ext cx="97536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sz="44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ts val="3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ts val="3000"/>
        </a:lnSpc>
        <a:spcBef>
          <a:spcPts val="550"/>
        </a:spcBef>
        <a:buClr>
          <a:schemeClr val="accent1"/>
        </a:buClr>
        <a:buFont typeface="Verdana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ts val="2800"/>
        </a:lnSpc>
        <a:spcBef>
          <a:spcPct val="20000"/>
        </a:spcBef>
        <a:buClr>
          <a:schemeClr val="accent2"/>
        </a:buClr>
        <a:buFont typeface="Wingdings 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spcBef>
          <a:spcPct val="20000"/>
        </a:spcBef>
        <a:buClr>
          <a:schemeClr val="accent5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81200" y="2492896"/>
            <a:ext cx="8229600" cy="1143000"/>
          </a:xfrm>
        </p:spPr>
        <p:txBody>
          <a:bodyPr/>
          <a:lstStyle/>
          <a:p>
            <a:r>
              <a:rPr lang="uk-UA" dirty="0"/>
              <a:t>Телереклама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Втомилися ходити пішки?</a:t>
            </a:r>
          </a:p>
        </p:txBody>
      </p:sp>
      <p:pic>
        <p:nvPicPr>
          <p:cNvPr id="5" name="Місце для вмісту 4" descr="1.jpg"/>
          <p:cNvPicPr>
            <a:picLocks noGrp="1" noChangeAspect="1"/>
          </p:cNvPicPr>
          <p:nvPr>
            <p:ph sz="half" idx="1"/>
          </p:nvPr>
        </p:nvPicPr>
        <p:blipFill>
          <a:blip r:embed="rId3" cstate="screen"/>
          <a:stretch>
            <a:fillRect/>
          </a:stretch>
        </p:blipFill>
        <p:spPr>
          <a:xfrm>
            <a:off x="1984375" y="2366954"/>
            <a:ext cx="3657600" cy="2743200"/>
          </a:xfrm>
        </p:spPr>
      </p:pic>
      <p:sp>
        <p:nvSpPr>
          <p:cNvPr id="18434" name="AutoShape 2" descr="Первые шаги малыша. Как защитить ребенка от травм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7" name="Рисунок 6" descr="kak_nauchit_hodit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8088" y="2360058"/>
            <a:ext cx="4104456" cy="27363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А грошей на бензин не маєте?</a:t>
            </a:r>
          </a:p>
        </p:txBody>
      </p:sp>
      <p:pic>
        <p:nvPicPr>
          <p:cNvPr id="6" name="Місце для вмісту 5" descr="4.jpg"/>
          <p:cNvPicPr>
            <a:picLocks noGrp="1" noChangeAspect="1"/>
          </p:cNvPicPr>
          <p:nvPr>
            <p:ph sz="half" idx="2"/>
          </p:nvPr>
        </p:nvPicPr>
        <p:blipFill>
          <a:blip r:embed="rId3" cstate="screen"/>
          <a:stretch>
            <a:fillRect/>
          </a:stretch>
        </p:blipFill>
        <p:spPr>
          <a:xfrm>
            <a:off x="6816080" y="2432196"/>
            <a:ext cx="4608512" cy="2880320"/>
          </a:xfrm>
        </p:spPr>
      </p:pic>
      <p:pic>
        <p:nvPicPr>
          <p:cNvPr id="8" name="Рисунок 7" descr="puedh24wkf3n2_o33ywv.jpeg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1991544" y="2432196"/>
            <a:ext cx="3777908" cy="28476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24034" y="2786058"/>
            <a:ext cx="8229600" cy="1143000"/>
          </a:xfrm>
        </p:spPr>
        <p:txBody>
          <a:bodyPr/>
          <a:lstStyle/>
          <a:p>
            <a:r>
              <a:rPr lang="uk-UA" dirty="0"/>
              <a:t>Вам потрібен велосипед!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 вже маєте?</a:t>
            </a:r>
          </a:p>
        </p:txBody>
      </p:sp>
      <p:pic>
        <p:nvPicPr>
          <p:cNvPr id="4" name="Місце для вмісту 3" descr="8.jpg"/>
          <p:cNvPicPr>
            <a:picLocks noGrp="1" noChangeAspect="1"/>
          </p:cNvPicPr>
          <p:nvPr>
            <p:ph idx="1"/>
          </p:nvPr>
        </p:nvPicPr>
        <p:blipFill>
          <a:blip r:embed="rId3" cstate="screen"/>
          <a:stretch>
            <a:fillRect/>
          </a:stretch>
        </p:blipFill>
        <p:spPr>
          <a:xfrm>
            <a:off x="3647728" y="1628800"/>
            <a:ext cx="5953125" cy="4619625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Не думали його змінити?</a:t>
            </a:r>
          </a:p>
        </p:txBody>
      </p:sp>
      <p:pic>
        <p:nvPicPr>
          <p:cNvPr id="6" name="Місце для вмісту 5" descr="6.jpg"/>
          <p:cNvPicPr>
            <a:picLocks noGrp="1" noChangeAspect="1"/>
          </p:cNvPicPr>
          <p:nvPr>
            <p:ph sz="half" idx="2"/>
          </p:nvPr>
        </p:nvPicPr>
        <p:blipFill>
          <a:blip r:embed="rId3" cstate="screen"/>
          <a:stretch>
            <a:fillRect/>
          </a:stretch>
        </p:blipFill>
        <p:spPr>
          <a:xfrm>
            <a:off x="7248128" y="1916832"/>
            <a:ext cx="3936948" cy="3685469"/>
          </a:xfrm>
        </p:spPr>
      </p:pic>
      <p:pic>
        <p:nvPicPr>
          <p:cNvPr id="14338" name="Picture 2" descr="Як вибрати дитячий велосипед | Каталог цін E-Katalo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91544" y="2852936"/>
            <a:ext cx="4124048" cy="274936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991544" y="274638"/>
            <a:ext cx="8676456" cy="1143000"/>
          </a:xfrm>
        </p:spPr>
        <p:txBody>
          <a:bodyPr>
            <a:normAutofit fontScale="90000"/>
          </a:bodyPr>
          <a:lstStyle/>
          <a:p>
            <a:r>
              <a:rPr lang="uk-UA" dirty="0"/>
              <a:t>Спробуйте наш велосипед «Торнадо»!</a:t>
            </a:r>
          </a:p>
        </p:txBody>
      </p:sp>
      <p:pic>
        <p:nvPicPr>
          <p:cNvPr id="6" name="Місце для вмісту 5" descr="123.jpg"/>
          <p:cNvPicPr>
            <a:picLocks noGrp="1" noChangeAspect="1"/>
          </p:cNvPicPr>
          <p:nvPr>
            <p:ph idx="1"/>
          </p:nvPr>
        </p:nvPicPr>
        <p:blipFill>
          <a:blip r:embed="rId3" cstate="screen"/>
          <a:stretch>
            <a:fillRect/>
          </a:stretch>
        </p:blipFill>
        <p:spPr>
          <a:xfrm>
            <a:off x="2483898" y="1447800"/>
            <a:ext cx="7224204" cy="4800600"/>
          </a:xfr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Наші велосипеди – це: 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4294967295"/>
          </p:nvPr>
        </p:nvSpPr>
        <p:spPr>
          <a:xfrm>
            <a:off x="2423592" y="5086084"/>
            <a:ext cx="4022725" cy="63976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uk-UA" sz="2200" b="1" dirty="0"/>
              <a:t>найкругліші колеса!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4294967295"/>
          </p:nvPr>
        </p:nvSpPr>
        <p:spPr>
          <a:xfrm>
            <a:off x="7471620" y="5086084"/>
            <a:ext cx="4022725" cy="639762"/>
          </a:xfrm>
        </p:spPr>
        <p:txBody>
          <a:bodyPr>
            <a:normAutofit/>
          </a:bodyPr>
          <a:lstStyle/>
          <a:p>
            <a:pPr algn="ctr">
              <a:buNone/>
            </a:pPr>
            <a:r>
              <a:rPr lang="uk-UA" sz="2000" b="1" dirty="0"/>
              <a:t>легкість у використанні!</a:t>
            </a:r>
          </a:p>
        </p:txBody>
      </p:sp>
      <p:pic>
        <p:nvPicPr>
          <p:cNvPr id="1026" name="Picture 2" descr="C:\Users\Вчительський\Desktop\99_main-v1577262339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61330" y="2153996"/>
            <a:ext cx="3643307" cy="25500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27" name="Picture 3" descr="C:\Users\Вчительський\Desktop\Без назви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423592" y="2897672"/>
            <a:ext cx="4306542" cy="18172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00"/>
    </mc:Choice>
    <mc:Fallback>
      <p:transition spd="slow" advTm="25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927648" y="188640"/>
            <a:ext cx="7406640" cy="1472184"/>
          </a:xfrm>
        </p:spPr>
        <p:txBody>
          <a:bodyPr/>
          <a:lstStyle/>
          <a:p>
            <a:pPr algn="ctr"/>
            <a:r>
              <a:rPr lang="uk-UA" dirty="0"/>
              <a:t>Велосипеди «Торнадо»</a:t>
            </a: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2927648" y="1700808"/>
            <a:ext cx="7406640" cy="570824"/>
          </a:xfrm>
        </p:spPr>
        <p:txBody>
          <a:bodyPr/>
          <a:lstStyle/>
          <a:p>
            <a:pPr algn="ctr"/>
            <a:r>
              <a:rPr lang="uk-UA" dirty="0"/>
              <a:t>неможливо зупинити!!!</a:t>
            </a:r>
          </a:p>
        </p:txBody>
      </p:sp>
      <p:pic>
        <p:nvPicPr>
          <p:cNvPr id="4" name="Рисунок 3" descr="11.jp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3431704" y="2254730"/>
            <a:ext cx="6696743" cy="42412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952728" y="357166"/>
            <a:ext cx="7406640" cy="946468"/>
          </a:xfrm>
        </p:spPr>
        <p:txBody>
          <a:bodyPr/>
          <a:lstStyle/>
          <a:p>
            <a:pPr algn="ctr"/>
            <a:r>
              <a:rPr lang="uk-UA" dirty="0"/>
              <a:t>Ви ще думаєте?</a:t>
            </a:r>
          </a:p>
        </p:txBody>
      </p:sp>
      <p:pic>
        <p:nvPicPr>
          <p:cNvPr id="5" name="Рисунок 4" descr="630_360_1560465626-6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167" y="1428736"/>
            <a:ext cx="7125941" cy="4071966"/>
          </a:xfrm>
          <a:prstGeom prst="rect">
            <a:avLst/>
          </a:prstGeom>
        </p:spPr>
      </p:pic>
      <p:sp>
        <p:nvSpPr>
          <p:cNvPr id="6" name="Заголовок 1"/>
          <p:cNvSpPr txBox="1">
            <a:spLocks/>
          </p:cNvSpPr>
          <p:nvPr/>
        </p:nvSpPr>
        <p:spPr>
          <a:xfrm>
            <a:off x="2952728" y="5643578"/>
            <a:ext cx="7406640" cy="92867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uk-UA" sz="44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А Президент уже їздить!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uk-UA" dirty="0"/>
            </a:br>
            <a:r>
              <a:rPr lang="uk-UA" dirty="0"/>
              <a:t>Тільки у нас!</a:t>
            </a:r>
          </a:p>
        </p:txBody>
      </p:sp>
      <p:pic>
        <p:nvPicPr>
          <p:cNvPr id="7" name="Місце для зображення 6" descr="hand-drawn-treasure-island-map_23-2147628543.jpg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38612" y="1571612"/>
            <a:ext cx="4800600" cy="4800600"/>
          </a:xfr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2666976" y="214290"/>
            <a:ext cx="7534620" cy="776302"/>
          </a:xfrm>
          <a:prstGeom prst="rect">
            <a:avLst/>
          </a:prstGeom>
        </p:spPr>
        <p:txBody>
          <a:bodyPr anchor="b">
            <a:noAutofit/>
          </a:bodyPr>
          <a:lstStyle/>
          <a:p>
            <a:pPr algn="ctr">
              <a:spcBef>
                <a:spcPct val="0"/>
              </a:spcBef>
              <a:defRPr/>
            </a:pPr>
            <a:r>
              <a:rPr lang="uk-UA" sz="4400" b="1" dirty="0">
                <a:solidFill>
                  <a:schemeClr val="tx2">
                    <a:satMod val="130000"/>
                  </a:schemeClr>
                </a:solidFill>
                <a:latin typeface="+mj-lt"/>
                <a:ea typeface="+mj-ea"/>
                <a:cs typeface="+mj-cs"/>
              </a:rPr>
              <a:t>Велосипеди «Торнадо»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"/>
    </mc:Choice>
    <mc:Fallback>
      <p:transition spd="slow" advTm="1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4024298" y="285728"/>
            <a:ext cx="5286412" cy="900680"/>
          </a:xfrm>
        </p:spPr>
        <p:txBody>
          <a:bodyPr>
            <a:normAutofit/>
          </a:bodyPr>
          <a:lstStyle/>
          <a:p>
            <a:pPr algn="ctr"/>
            <a:r>
              <a:rPr lang="uk-UA" dirty="0"/>
              <a:t>Поспішайте!</a:t>
            </a:r>
          </a:p>
        </p:txBody>
      </p:sp>
      <p:pic>
        <p:nvPicPr>
          <p:cNvPr id="10" name="Рисунок 9" descr="continentalkit4.jp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2423592" y="1700808"/>
            <a:ext cx="3482603" cy="4643470"/>
          </a:xfrm>
          <a:prstGeom prst="rect">
            <a:avLst/>
          </a:prstGeom>
        </p:spPr>
      </p:pic>
      <p:sp>
        <p:nvSpPr>
          <p:cNvPr id="12" name="Заголовок 8"/>
          <p:cNvSpPr txBox="1">
            <a:spLocks/>
          </p:cNvSpPr>
          <p:nvPr/>
        </p:nvSpPr>
        <p:spPr>
          <a:xfrm>
            <a:off x="7131867" y="2780928"/>
            <a:ext cx="4357686" cy="1857388"/>
          </a:xfrm>
          <a:prstGeom prst="rect">
            <a:avLst/>
          </a:prstGeom>
        </p:spPr>
        <p:txBody>
          <a:bodyPr anchor="b">
            <a:normAutofit fontScale="67500" lnSpcReduction="20000"/>
          </a:bodyPr>
          <a:lstStyle/>
          <a:p>
            <a:pPr algn="ctr">
              <a:spcBef>
                <a:spcPct val="0"/>
              </a:spcBef>
              <a:defRPr/>
            </a:pPr>
            <a:r>
              <a:rPr lang="uk-UA" sz="44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Першим 100 покупцям – </a:t>
            </a:r>
          </a:p>
          <a:p>
            <a:pPr algn="ctr">
              <a:spcBef>
                <a:spcPct val="0"/>
              </a:spcBef>
              <a:defRPr/>
            </a:pPr>
            <a:endParaRPr lang="uk-UA" sz="4400" dirty="0"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algn="ctr">
              <a:spcBef>
                <a:spcPct val="0"/>
              </a:spcBef>
              <a:defRPr/>
            </a:pPr>
            <a:r>
              <a:rPr lang="uk-UA" sz="440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третє колесо безкоштовно!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ainingPresentation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51000" t="-20000" r="2000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TrainingPresentation</Template>
  <TotalTime>3</TotalTime>
  <Words>90</Words>
  <Application>Microsoft Office PowerPoint</Application>
  <PresentationFormat>Широкий екран</PresentationFormat>
  <Paragraphs>32</Paragraphs>
  <Slides>12</Slides>
  <Notes>12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8" baseType="lpstr">
      <vt:lpstr>Calibri</vt:lpstr>
      <vt:lpstr>Corbel</vt:lpstr>
      <vt:lpstr>Gill Sans MT</vt:lpstr>
      <vt:lpstr>Verdana</vt:lpstr>
      <vt:lpstr>Wingdings 2</vt:lpstr>
      <vt:lpstr>TrainingPresentation</vt:lpstr>
      <vt:lpstr>Телереклама</vt:lpstr>
      <vt:lpstr>Втомилися ходити пішки?</vt:lpstr>
      <vt:lpstr>А грошей на бензин не маєте?</vt:lpstr>
      <vt:lpstr>Вам потрібен велосипед!</vt:lpstr>
      <vt:lpstr>Ви вже маєте?</vt:lpstr>
      <vt:lpstr>Не думали його змінити?</vt:lpstr>
      <vt:lpstr>Спробуйте наш велосипед «Торнадо»!</vt:lpstr>
      <vt:lpstr>Наші велосипеди – це: </vt:lpstr>
      <vt:lpstr>Велосипеди «Торнадо»</vt:lpstr>
      <vt:lpstr>Ви ще думаєте?</vt:lpstr>
      <vt:lpstr> Тільки у нас!</vt:lpstr>
      <vt:lpstr>Поспішайте!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keywords/>
  <cp:lastModifiedBy>Teacher</cp:lastModifiedBy>
  <cp:revision>5</cp:revision>
  <dcterms:created xsi:type="dcterms:W3CDTF">2019-04-15T18:28:01Z</dcterms:created>
  <dcterms:modified xsi:type="dcterms:W3CDTF">2026-07-29T12:16:09Z</dcterms:modified>
  <cp:version/>
</cp:coreProperties>
</file>