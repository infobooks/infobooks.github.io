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3"/>
  </p:notesMasterIdLst>
  <p:sldIdLst>
    <p:sldId id="282" r:id="rId2"/>
    <p:sldId id="283" r:id="rId3"/>
    <p:sldId id="297" r:id="rId4"/>
    <p:sldId id="294" r:id="rId5"/>
    <p:sldId id="285" r:id="rId6"/>
    <p:sldId id="298" r:id="rId7"/>
    <p:sldId id="287" r:id="rId8"/>
    <p:sldId id="288" r:id="rId9"/>
    <p:sldId id="289" r:id="rId10"/>
    <p:sldId id="296" r:id="rId11"/>
    <p:sldId id="2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3" autoAdjust="0"/>
    <p:restoredTop sz="86324" autoAdjust="0"/>
  </p:normalViewPr>
  <p:slideViewPr>
    <p:cSldViewPr>
      <p:cViewPr varScale="1">
        <p:scale>
          <a:sx n="71" d="100"/>
          <a:sy n="71" d="100"/>
        </p:scale>
        <p:origin x="82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8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7A704-9F1C-4FD3-85D1-57AF2D7FD0E8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BFB8C-BBFF-4397-A51C-1E92596422A9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             Тільки слово «Телереклама» (без назви того, що саме рекламується).</a:t>
            </a:r>
          </a:p>
          <a:p>
            <a:r>
              <a:rPr lang="uk-UA" b="0" dirty="0"/>
              <a:t>(банк, </a:t>
            </a:r>
            <a:r>
              <a:rPr lang="uk-UA" b="0" dirty="0" err="1"/>
              <a:t>турфірма</a:t>
            </a:r>
            <a:r>
              <a:rPr lang="uk-UA" b="0" dirty="0"/>
              <a:t>,</a:t>
            </a:r>
            <a:r>
              <a:rPr lang="uk-UA" b="0" baseline="0" dirty="0"/>
              <a:t> салон краси, </a:t>
            </a:r>
            <a:r>
              <a:rPr lang="uk-UA" b="0" baseline="0" dirty="0" err="1"/>
              <a:t>фітнесзал</a:t>
            </a:r>
            <a:r>
              <a:rPr lang="uk-UA" b="0" baseline="0" dirty="0"/>
              <a:t>, телевізор, </a:t>
            </a:r>
            <a:r>
              <a:rPr lang="uk-UA" b="0" baseline="0" dirty="0" err="1"/>
              <a:t>смартфон</a:t>
            </a:r>
            <a:r>
              <a:rPr lang="uk-UA" b="0" baseline="0" dirty="0"/>
              <a:t>, автомобіль, робот…)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як важко жити без товару.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9C7BD-FA00-4577-CACE-E1BFFB1E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C3DB69DF-512A-27A9-AD11-D3C7BF48F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0F12F93D-FB0F-AE03-CBF7-CCD1AA8C7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як важко жити без товару.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C6F3744-FDA4-BF16-56EC-13781A81D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264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Тільки речення:   «Вам потрібен</a:t>
            </a:r>
            <a:r>
              <a:rPr lang="uk-UA" baseline="0" dirty="0"/>
              <a:t> </a:t>
            </a:r>
            <a:r>
              <a:rPr lang="uk-UA" b="1" baseline="0" dirty="0"/>
              <a:t>Товар</a:t>
            </a:r>
            <a:r>
              <a:rPr lang="uk-UA" b="0" baseline="0" dirty="0"/>
              <a:t>!»   (без зображень!)</a:t>
            </a:r>
            <a:endParaRPr lang="uk-UA" b="0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що інші продавці продають поганий товар, обманюють,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якщо у людей вже є товар, то його треба давно змінити.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7F0D-5791-A8DF-9E2B-426DBE0F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26979601-4A6F-B792-9F00-B738EA12E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0F533DC8-0032-4DCB-503E-E6CEDACFE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Покажіть</a:t>
            </a:r>
            <a:r>
              <a:rPr lang="uk-UA" baseline="0" dirty="0"/>
              <a:t>, що інші продавці продають поганий товар, обманюють,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якщо у людей вже є товар, то його треба давно змінити.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42A5D5E-38B1-4730-CB7C-FF820B26E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94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Тільки речення:   «</a:t>
            </a:r>
            <a:r>
              <a:rPr lang="uk-UA" dirty="0"/>
              <a:t>Вам</a:t>
            </a:r>
            <a:r>
              <a:rPr lang="uk-UA" baseline="0" dirty="0"/>
              <a:t> потрібен саме </a:t>
            </a:r>
            <a:r>
              <a:rPr lang="uk-UA" b="1" baseline="0" dirty="0"/>
              <a:t>наш</a:t>
            </a:r>
            <a:r>
              <a:rPr lang="uk-UA" baseline="0" dirty="0"/>
              <a:t> товар </a:t>
            </a:r>
            <a:r>
              <a:rPr lang="uk-UA" b="1" baseline="0" dirty="0"/>
              <a:t>Назва</a:t>
            </a:r>
            <a:r>
              <a:rPr lang="uk-UA" baseline="0" dirty="0"/>
              <a:t>!»  + зображення товару чи послуги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Перелічіть переваги </a:t>
            </a:r>
            <a:r>
              <a:rPr lang="uk-UA" b="1" dirty="0"/>
              <a:t>вашого</a:t>
            </a:r>
            <a:r>
              <a:rPr lang="uk-UA" dirty="0"/>
              <a:t> товару.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«Наш</a:t>
            </a:r>
            <a:r>
              <a:rPr lang="uk-UA" baseline="0" dirty="0"/>
              <a:t> товар давно вже використовують такі знаменитості: »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Де вас знайти</a:t>
            </a:r>
            <a:r>
              <a:rPr lang="en-US" dirty="0"/>
              <a:t> (</a:t>
            </a:r>
            <a:r>
              <a:rPr lang="uk-UA" dirty="0"/>
              <a:t>адреса, карта, телефон, сайт).  «Поспішайте, ви можете</a:t>
            </a:r>
            <a:r>
              <a:rPr lang="uk-UA" baseline="0" dirty="0"/>
              <a:t> не встигнути! Акції, знижки!»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а) Додайте анімаційні ефекти до слайдів, б) до текстів та зображень, в) налаштуйте час показу.</a:t>
            </a:r>
            <a:endParaRPr lang="uk-UA" b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9817-6F57-7AF2-E82E-4F87B2B3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00050F89-1258-B7B6-86A3-C0E348C68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49018F97-FDF3-625D-F93C-4077A235B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Де вас знайти</a:t>
            </a:r>
            <a:r>
              <a:rPr lang="en-US" dirty="0"/>
              <a:t> (</a:t>
            </a:r>
            <a:r>
              <a:rPr lang="uk-UA" dirty="0"/>
              <a:t>адреса, карта, телефон, сайт).  «Поспішайте, ви можете</a:t>
            </a:r>
            <a:r>
              <a:rPr lang="uk-UA" baseline="0" dirty="0"/>
              <a:t> не встигнути! Акції, знижки!»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а) Додайте анімаційні ефекти до слайдів, б) до текстів та зображень, в) налаштуйте час показу.</a:t>
            </a:r>
            <a:endParaRPr lang="uk-UA" b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BF76C61-7706-BF13-250D-D9ABB27BF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43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4144" y="435936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/>
          <a:lstStyle>
            <a:lvl1pPr marL="7315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uk-UA" noProof="1"/>
              <a:t>Зразок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100138"/>
            <a:ext cx="8534400" cy="1509712"/>
          </a:xfrm>
        </p:spPr>
        <p:txBody>
          <a:bodyPr anchor="b"/>
          <a:lstStyle>
            <a:lvl1pPr marL="27432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e 8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0" name="Oval 9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1378633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35100"/>
            <a:ext cx="5080000" cy="698500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0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latinLnBrk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>
              <a:buNone/>
              <a:defRPr sz="3200"/>
            </a:lvl1pPr>
            <a:extLst/>
          </a:lstStyle>
          <a:p>
            <a:pPr marL="0" algn="l"/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uk-UA" noProof="1"/>
              <a:t>Зразок тексту</a:t>
            </a:r>
          </a:p>
          <a:p>
            <a:pPr lvl="1"/>
            <a:r>
              <a:rPr lang="uk-UA" noProof="1"/>
              <a:t>Другий рівень</a:t>
            </a:r>
          </a:p>
          <a:p>
            <a:pPr lvl="2"/>
            <a:r>
              <a:rPr lang="uk-UA" noProof="1"/>
              <a:t>Третій рівень</a:t>
            </a:r>
          </a:p>
          <a:p>
            <a:pPr lvl="3"/>
            <a:r>
              <a:rPr lang="uk-UA" noProof="1"/>
              <a:t>Четвертий рівень</a:t>
            </a:r>
          </a:p>
          <a:p>
            <a:pPr lvl="4"/>
            <a:r>
              <a:rPr lang="uk-UA" noProof="1"/>
              <a:t>П'ятий рівень</a:t>
            </a:r>
            <a:endParaRPr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/>
            <a:fld id="{D80A4771-C6EF-4B99-81F4-D30BE4E017A0}" type="datetimeFigureOut">
              <a:rPr lang="en-US" smtClean="0"/>
              <a:pPr algn="r"/>
              <a:t>7/29/2026</a:t>
            </a:fld>
            <a:endParaRPr lang="en-US" sz="12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990B41CA-569D-40E7-8E58-026C0338B2C8}" type="slidenum">
              <a:rPr lang="en-US" smtClean="0"/>
              <a:pPr algn="ctr"/>
              <a:t>‹№›</a:t>
            </a:fld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ts val="3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ts val="3000"/>
        </a:lnSpc>
        <a:spcBef>
          <a:spcPts val="550"/>
        </a:spcBef>
        <a:buClr>
          <a:schemeClr val="accent1"/>
        </a:buClr>
        <a:buFont typeface="Verdana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ts val="2800"/>
        </a:lnSpc>
        <a:spcBef>
          <a:spcPct val="20000"/>
        </a:spcBef>
        <a:buClr>
          <a:schemeClr val="accent2"/>
        </a:buClr>
        <a:buFont typeface="Wingdings 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492896"/>
            <a:ext cx="8229600" cy="1143000"/>
          </a:xfrm>
        </p:spPr>
        <p:txBody>
          <a:bodyPr>
            <a:normAutofit/>
          </a:bodyPr>
          <a:lstStyle/>
          <a:p>
            <a:r>
              <a:rPr lang="uk-UA" sz="4800" dirty="0"/>
              <a:t>Телереклама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4C1F2-269B-4428-0898-05C7C432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67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420888"/>
            <a:ext cx="8229600" cy="1143000"/>
          </a:xfrm>
        </p:spPr>
        <p:txBody>
          <a:bodyPr>
            <a:normAutofit/>
          </a:bodyPr>
          <a:lstStyle/>
          <a:p>
            <a:r>
              <a:rPr lang="uk-UA" sz="4800" dirty="0"/>
              <a:t>Вам потрібен 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40BBB-D1C0-F309-DDBE-712510BF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95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88ADF-DB0D-09A7-F299-96152EF9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060848"/>
            <a:ext cx="8229600" cy="1800200"/>
          </a:xfrm>
        </p:spPr>
        <p:txBody>
          <a:bodyPr>
            <a:normAutofit/>
          </a:bodyPr>
          <a:lstStyle/>
          <a:p>
            <a:r>
              <a:rPr lang="uk-UA" sz="4800" dirty="0"/>
              <a:t>Вам потрібен саме </a:t>
            </a:r>
            <a:br>
              <a:rPr lang="uk-UA" sz="4800" dirty="0"/>
            </a:br>
            <a:r>
              <a:rPr lang="uk-UA" sz="4800" dirty="0"/>
              <a:t>наш 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FA4EB9D-622B-E0D5-44E8-9FBE436A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001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Presentatio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TrainingPresentation</Template>
  <TotalTime>4</TotalTime>
  <Words>253</Words>
  <Application>Microsoft Office PowerPoint</Application>
  <PresentationFormat>Широкий екран</PresentationFormat>
  <Paragraphs>30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7" baseType="lpstr">
      <vt:lpstr>Calibri</vt:lpstr>
      <vt:lpstr>Corbel</vt:lpstr>
      <vt:lpstr>Gill Sans MT</vt:lpstr>
      <vt:lpstr>Verdana</vt:lpstr>
      <vt:lpstr>Wingdings 2</vt:lpstr>
      <vt:lpstr>TrainingPresentation</vt:lpstr>
      <vt:lpstr>Телереклама</vt:lpstr>
      <vt:lpstr>Презентація PowerPoint</vt:lpstr>
      <vt:lpstr>Презентація PowerPoint</vt:lpstr>
      <vt:lpstr>Вам потрібен ?????</vt:lpstr>
      <vt:lpstr>Презентація PowerPoint</vt:lpstr>
      <vt:lpstr>Презентація PowerPoint</vt:lpstr>
      <vt:lpstr>Вам потрібен саме  наш ?????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Teacher</cp:lastModifiedBy>
  <cp:revision>5</cp:revision>
  <dcterms:created xsi:type="dcterms:W3CDTF">2018-04-24T04:04:19Z</dcterms:created>
  <dcterms:modified xsi:type="dcterms:W3CDTF">2026-07-29T11:42:17Z</dcterms:modified>
  <cp:version/>
</cp:coreProperties>
</file>